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E74861-DDB5-4B1F-9F3F-91625A8EBA21}" v="24" dt="2026-06-27T06:43:41.404"/>
    <p1510:client id="{C0AF532D-EB9C-E29E-B8E6-88FE86A500D3}" v="193" dt="2026-06-27T07:15:24.116"/>
    <p1510:client id="{F75363C7-D1C7-E5AB-2F3D-CD65EE07C400}" v="233" dt="2026-06-27T01:16:58.3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ltenegger Sebastian - s2410307017" userId="S::s2410307017@fhooe.at::5c693a20-27c2-4451-ad9f-b842668d6de2" providerId="AD" clId="Web-{C0AF532D-EB9C-E29E-B8E6-88FE86A500D3}"/>
    <pc:docChg chg="modSld">
      <pc:chgData name="Kaltenegger Sebastian - s2410307017" userId="S::s2410307017@fhooe.at::5c693a20-27c2-4451-ad9f-b842668d6de2" providerId="AD" clId="Web-{C0AF532D-EB9C-E29E-B8E6-88FE86A500D3}" dt="2026-06-27T07:15:21.569" v="173" actId="20577"/>
      <pc:docMkLst>
        <pc:docMk/>
      </pc:docMkLst>
      <pc:sldChg chg="modSp">
        <pc:chgData name="Kaltenegger Sebastian - s2410307017" userId="S::s2410307017@fhooe.at::5c693a20-27c2-4451-ad9f-b842668d6de2" providerId="AD" clId="Web-{C0AF532D-EB9C-E29E-B8E6-88FE86A500D3}" dt="2026-06-27T07:00:10.221" v="122" actId="20577"/>
        <pc:sldMkLst>
          <pc:docMk/>
          <pc:sldMk cId="0" sldId="260"/>
        </pc:sldMkLst>
        <pc:spChg chg="mod">
          <ac:chgData name="Kaltenegger Sebastian - s2410307017" userId="S::s2410307017@fhooe.at::5c693a20-27c2-4451-ad9f-b842668d6de2" providerId="AD" clId="Web-{C0AF532D-EB9C-E29E-B8E6-88FE86A500D3}" dt="2026-06-27T06:19:13.963" v="107" actId="20577"/>
          <ac:spMkLst>
            <pc:docMk/>
            <pc:sldMk cId="0" sldId="260"/>
            <ac:spMk id="8" creationId="{00000000-0000-0000-0000-000000000000}"/>
          </ac:spMkLst>
        </pc:spChg>
        <pc:spChg chg="mod">
          <ac:chgData name="Kaltenegger Sebastian - s2410307017" userId="S::s2410307017@fhooe.at::5c693a20-27c2-4451-ad9f-b842668d6de2" providerId="AD" clId="Web-{C0AF532D-EB9C-E29E-B8E6-88FE86A500D3}" dt="2026-06-27T07:00:10.221" v="122" actId="20577"/>
          <ac:spMkLst>
            <pc:docMk/>
            <pc:sldMk cId="0" sldId="260"/>
            <ac:spMk id="14" creationId="{3837B6C2-D0B3-1393-58DE-F6B3C1B89EB9}"/>
          </ac:spMkLst>
        </pc:spChg>
      </pc:sldChg>
      <pc:sldChg chg="addSp delSp modSp">
        <pc:chgData name="Kaltenegger Sebastian - s2410307017" userId="S::s2410307017@fhooe.at::5c693a20-27c2-4451-ad9f-b842668d6de2" providerId="AD" clId="Web-{C0AF532D-EB9C-E29E-B8E6-88FE86A500D3}" dt="2026-06-27T07:15:21.569" v="173" actId="20577"/>
        <pc:sldMkLst>
          <pc:docMk/>
          <pc:sldMk cId="0" sldId="261"/>
        </pc:sldMkLst>
        <pc:spChg chg="mod">
          <ac:chgData name="Kaltenegger Sebastian - s2410307017" userId="S::s2410307017@fhooe.at::5c693a20-27c2-4451-ad9f-b842668d6de2" providerId="AD" clId="Web-{C0AF532D-EB9C-E29E-B8E6-88FE86A500D3}" dt="2026-06-27T05:47:50.125" v="2" actId="20577"/>
          <ac:spMkLst>
            <pc:docMk/>
            <pc:sldMk cId="0" sldId="261"/>
            <ac:spMk id="12" creationId="{00000000-0000-0000-0000-000000000000}"/>
          </ac:spMkLst>
        </pc:spChg>
        <pc:spChg chg="mod">
          <ac:chgData name="Kaltenegger Sebastian - s2410307017" userId="S::s2410307017@fhooe.at::5c693a20-27c2-4451-ad9f-b842668d6de2" providerId="AD" clId="Web-{C0AF532D-EB9C-E29E-B8E6-88FE86A500D3}" dt="2026-06-27T05:47:56.969" v="8" actId="20577"/>
          <ac:spMkLst>
            <pc:docMk/>
            <pc:sldMk cId="0" sldId="261"/>
            <ac:spMk id="15" creationId="{00000000-0000-0000-0000-000000000000}"/>
          </ac:spMkLst>
        </pc:spChg>
        <pc:spChg chg="add del">
          <ac:chgData name="Kaltenegger Sebastian - s2410307017" userId="S::s2410307017@fhooe.at::5c693a20-27c2-4451-ad9f-b842668d6de2" providerId="AD" clId="Web-{C0AF532D-EB9C-E29E-B8E6-88FE86A500D3}" dt="2026-06-27T06:45:35.552" v="113"/>
          <ac:spMkLst>
            <pc:docMk/>
            <pc:sldMk cId="0" sldId="261"/>
            <ac:spMk id="19" creationId="{00000000-0000-0000-0000-000000000000}"/>
          </ac:spMkLst>
        </pc:spChg>
        <pc:spChg chg="add del mod">
          <ac:chgData name="Kaltenegger Sebastian - s2410307017" userId="S::s2410307017@fhooe.at::5c693a20-27c2-4451-ad9f-b842668d6de2" providerId="AD" clId="Web-{C0AF532D-EB9C-E29E-B8E6-88FE86A500D3}" dt="2026-06-27T07:15:21.569" v="173" actId="20577"/>
          <ac:spMkLst>
            <pc:docMk/>
            <pc:sldMk cId="0" sldId="261"/>
            <ac:spMk id="20" creationId="{00000000-0000-0000-0000-000000000000}"/>
          </ac:spMkLst>
        </pc:spChg>
      </pc:sldChg>
      <pc:sldChg chg="modSp">
        <pc:chgData name="Kaltenegger Sebastian - s2410307017" userId="S::s2410307017@fhooe.at::5c693a20-27c2-4451-ad9f-b842668d6de2" providerId="AD" clId="Web-{C0AF532D-EB9C-E29E-B8E6-88FE86A500D3}" dt="2026-06-27T06:00:34.994" v="78" actId="20577"/>
        <pc:sldMkLst>
          <pc:docMk/>
          <pc:sldMk cId="0" sldId="263"/>
        </pc:sldMkLst>
        <pc:spChg chg="mod">
          <ac:chgData name="Kaltenegger Sebastian - s2410307017" userId="S::s2410307017@fhooe.at::5c693a20-27c2-4451-ad9f-b842668d6de2" providerId="AD" clId="Web-{C0AF532D-EB9C-E29E-B8E6-88FE86A500D3}" dt="2026-06-27T05:48:32.704" v="12" actId="20577"/>
          <ac:spMkLst>
            <pc:docMk/>
            <pc:sldMk cId="0" sldId="263"/>
            <ac:spMk id="13" creationId="{00000000-0000-0000-0000-000000000000}"/>
          </ac:spMkLst>
        </pc:spChg>
        <pc:spChg chg="mod">
          <ac:chgData name="Kaltenegger Sebastian - s2410307017" userId="S::s2410307017@fhooe.at::5c693a20-27c2-4451-ad9f-b842668d6de2" providerId="AD" clId="Web-{C0AF532D-EB9C-E29E-B8E6-88FE86A500D3}" dt="2026-06-27T06:00:34.994" v="78" actId="20577"/>
          <ac:spMkLst>
            <pc:docMk/>
            <pc:sldMk cId="0" sldId="263"/>
            <ac:spMk id="17" creationId="{00000000-0000-0000-0000-000000000000}"/>
          </ac:spMkLst>
        </pc:spChg>
      </pc:sldChg>
      <pc:sldChg chg="addSp delSp modSp">
        <pc:chgData name="Kaltenegger Sebastian - s2410307017" userId="S::s2410307017@fhooe.at::5c693a20-27c2-4451-ad9f-b842668d6de2" providerId="AD" clId="Web-{C0AF532D-EB9C-E29E-B8E6-88FE86A500D3}" dt="2026-06-27T06:24:50.570" v="110" actId="20577"/>
        <pc:sldMkLst>
          <pc:docMk/>
          <pc:sldMk cId="0" sldId="269"/>
        </pc:sldMkLst>
        <pc:spChg chg="add del">
          <ac:chgData name="Kaltenegger Sebastian - s2410307017" userId="S::s2410307017@fhooe.at::5c693a20-27c2-4451-ad9f-b842668d6de2" providerId="AD" clId="Web-{C0AF532D-EB9C-E29E-B8E6-88FE86A500D3}" dt="2026-06-27T06:00:36.056" v="79"/>
          <ac:spMkLst>
            <pc:docMk/>
            <pc:sldMk cId="0" sldId="269"/>
            <ac:spMk id="10" creationId="{00000000-0000-0000-0000-000000000000}"/>
          </ac:spMkLst>
        </pc:spChg>
        <pc:spChg chg="add del">
          <ac:chgData name="Kaltenegger Sebastian - s2410307017" userId="S::s2410307017@fhooe.at::5c693a20-27c2-4451-ad9f-b842668d6de2" providerId="AD" clId="Web-{C0AF532D-EB9C-E29E-B8E6-88FE86A500D3}" dt="2026-06-27T06:00:36.056" v="80"/>
          <ac:spMkLst>
            <pc:docMk/>
            <pc:sldMk cId="0" sldId="269"/>
            <ac:spMk id="13" creationId="{00000000-0000-0000-0000-000000000000}"/>
          </ac:spMkLst>
        </pc:spChg>
        <pc:spChg chg="add del">
          <ac:chgData name="Kaltenegger Sebastian - s2410307017" userId="S::s2410307017@fhooe.at::5c693a20-27c2-4451-ad9f-b842668d6de2" providerId="AD" clId="Web-{C0AF532D-EB9C-E29E-B8E6-88FE86A500D3}" dt="2026-06-27T06:00:36.056" v="81"/>
          <ac:spMkLst>
            <pc:docMk/>
            <pc:sldMk cId="0" sldId="269"/>
            <ac:spMk id="14" creationId="{00000000-0000-0000-0000-000000000000}"/>
          </ac:spMkLst>
        </pc:spChg>
        <pc:spChg chg="add del mod">
          <ac:chgData name="Kaltenegger Sebastian - s2410307017" userId="S::s2410307017@fhooe.at::5c693a20-27c2-4451-ad9f-b842668d6de2" providerId="AD" clId="Web-{C0AF532D-EB9C-E29E-B8E6-88FE86A500D3}" dt="2026-06-27T06:00:59.557" v="93" actId="14100"/>
          <ac:spMkLst>
            <pc:docMk/>
            <pc:sldMk cId="0" sldId="269"/>
            <ac:spMk id="15" creationId="{00000000-0000-0000-0000-000000000000}"/>
          </ac:spMkLst>
        </pc:spChg>
        <pc:spChg chg="add del">
          <ac:chgData name="Kaltenegger Sebastian - s2410307017" userId="S::s2410307017@fhooe.at::5c693a20-27c2-4451-ad9f-b842668d6de2" providerId="AD" clId="Web-{C0AF532D-EB9C-E29E-B8E6-88FE86A500D3}" dt="2026-06-27T06:00:36.056" v="83"/>
          <ac:spMkLst>
            <pc:docMk/>
            <pc:sldMk cId="0" sldId="269"/>
            <ac:spMk id="16" creationId="{00000000-0000-0000-0000-000000000000}"/>
          </ac:spMkLst>
        </pc:spChg>
        <pc:spChg chg="add del mod">
          <ac:chgData name="Kaltenegger Sebastian - s2410307017" userId="S::s2410307017@fhooe.at::5c693a20-27c2-4451-ad9f-b842668d6de2" providerId="AD" clId="Web-{C0AF532D-EB9C-E29E-B8E6-88FE86A500D3}" dt="2026-06-27T06:01:09.979" v="94" actId="20577"/>
          <ac:spMkLst>
            <pc:docMk/>
            <pc:sldMk cId="0" sldId="269"/>
            <ac:spMk id="17" creationId="{00000000-0000-0000-0000-000000000000}"/>
          </ac:spMkLst>
        </pc:spChg>
        <pc:spChg chg="add del mod">
          <ac:chgData name="Kaltenegger Sebastian - s2410307017" userId="S::s2410307017@fhooe.at::5c693a20-27c2-4451-ad9f-b842668d6de2" providerId="AD" clId="Web-{C0AF532D-EB9C-E29E-B8E6-88FE86A500D3}" dt="2026-06-27T06:01:22.230" v="101" actId="20577"/>
          <ac:spMkLst>
            <pc:docMk/>
            <pc:sldMk cId="0" sldId="269"/>
            <ac:spMk id="18" creationId="{00000000-0000-0000-0000-000000000000}"/>
          </ac:spMkLst>
        </pc:spChg>
        <pc:spChg chg="add del mod">
          <ac:chgData name="Kaltenegger Sebastian - s2410307017" userId="S::s2410307017@fhooe.at::5c693a20-27c2-4451-ad9f-b842668d6de2" providerId="AD" clId="Web-{C0AF532D-EB9C-E29E-B8E6-88FE86A500D3}" dt="2026-06-27T06:01:20.402" v="96" actId="20577"/>
          <ac:spMkLst>
            <pc:docMk/>
            <pc:sldMk cId="0" sldId="269"/>
            <ac:spMk id="19" creationId="{00000000-0000-0000-0000-000000000000}"/>
          </ac:spMkLst>
        </pc:spChg>
        <pc:spChg chg="add del mod">
          <ac:chgData name="Kaltenegger Sebastian - s2410307017" userId="S::s2410307017@fhooe.at::5c693a20-27c2-4451-ad9f-b842668d6de2" providerId="AD" clId="Web-{C0AF532D-EB9C-E29E-B8E6-88FE86A500D3}" dt="2026-06-27T06:24:50.570" v="110" actId="20577"/>
          <ac:spMkLst>
            <pc:docMk/>
            <pc:sldMk cId="0" sldId="269"/>
            <ac:spMk id="20" creationId="{00000000-0000-0000-0000-000000000000}"/>
          </ac:spMkLst>
        </pc:spChg>
        <pc:picChg chg="add del mod">
          <ac:chgData name="Kaltenegger Sebastian - s2410307017" userId="S::s2410307017@fhooe.at::5c693a20-27c2-4451-ad9f-b842668d6de2" providerId="AD" clId="Web-{C0AF532D-EB9C-E29E-B8E6-88FE86A500D3}" dt="2026-06-27T05:59:49.502" v="26"/>
          <ac:picMkLst>
            <pc:docMk/>
            <pc:sldMk cId="0" sldId="269"/>
            <ac:picMk id="5" creationId="{843B7D35-B861-5D6B-14CF-4509B2C5B519}"/>
          </ac:picMkLst>
        </pc:picChg>
        <pc:picChg chg="add del mod">
          <ac:chgData name="Kaltenegger Sebastian - s2410307017" userId="S::s2410307017@fhooe.at::5c693a20-27c2-4451-ad9f-b842668d6de2" providerId="AD" clId="Web-{C0AF532D-EB9C-E29E-B8E6-88FE86A500D3}" dt="2026-06-27T06:00:26.009" v="36"/>
          <ac:picMkLst>
            <pc:docMk/>
            <pc:sldMk cId="0" sldId="269"/>
            <ac:picMk id="9" creationId="{495DE836-BF66-86F7-A035-B8D274FBC038}"/>
          </ac:picMkLst>
        </pc:picChg>
      </pc:sldChg>
      <pc:sldChg chg="modSp">
        <pc:chgData name="Kaltenegger Sebastian - s2410307017" userId="S::s2410307017@fhooe.at::5c693a20-27c2-4451-ad9f-b842668d6de2" providerId="AD" clId="Web-{C0AF532D-EB9C-E29E-B8E6-88FE86A500D3}" dt="2026-06-27T07:12:53.874" v="163" actId="20577"/>
        <pc:sldMkLst>
          <pc:docMk/>
          <pc:sldMk cId="0" sldId="270"/>
        </pc:sldMkLst>
        <pc:spChg chg="mod">
          <ac:chgData name="Kaltenegger Sebastian - s2410307017" userId="S::s2410307017@fhooe.at::5c693a20-27c2-4451-ad9f-b842668d6de2" providerId="AD" clId="Web-{C0AF532D-EB9C-E29E-B8E6-88FE86A500D3}" dt="2026-06-27T06:55:58.422" v="117" actId="20577"/>
          <ac:spMkLst>
            <pc:docMk/>
            <pc:sldMk cId="0" sldId="270"/>
            <ac:spMk id="8" creationId="{00000000-0000-0000-0000-000000000000}"/>
          </ac:spMkLst>
        </pc:spChg>
        <pc:spChg chg="mod">
          <ac:chgData name="Kaltenegger Sebastian - s2410307017" userId="S::s2410307017@fhooe.at::5c693a20-27c2-4451-ad9f-b842668d6de2" providerId="AD" clId="Web-{C0AF532D-EB9C-E29E-B8E6-88FE86A500D3}" dt="2026-06-27T07:12:53.874" v="163" actId="20577"/>
          <ac:spMkLst>
            <pc:docMk/>
            <pc:sldMk cId="0" sldId="270"/>
            <ac:spMk id="9" creationId="{00000000-0000-0000-0000-000000000000}"/>
          </ac:spMkLst>
        </pc:spChg>
      </pc:sldChg>
    </pc:docChg>
  </pc:docChgLst>
  <pc:docChgLst>
    <pc:chgData name="Moser Sebastian - s2410307028" userId="80ed14f0-9710-4dd7-b5f8-ca521d112916" providerId="ADAL" clId="{49872A12-740B-4B61-BA7E-75733B99DBDD}"/>
    <pc:docChg chg="undo custSel modSld">
      <pc:chgData name="Moser Sebastian - s2410307028" userId="80ed14f0-9710-4dd7-b5f8-ca521d112916" providerId="ADAL" clId="{49872A12-740B-4B61-BA7E-75733B99DBDD}" dt="2026-06-27T06:43:41.404" v="1792" actId="20577"/>
      <pc:docMkLst>
        <pc:docMk/>
      </pc:docMkLst>
      <pc:sldChg chg="modSp mod modNotesTx">
        <pc:chgData name="Moser Sebastian - s2410307028" userId="80ed14f0-9710-4dd7-b5f8-ca521d112916" providerId="ADAL" clId="{49872A12-740B-4B61-BA7E-75733B99DBDD}" dt="2026-06-27T06:43:41.404" v="1792" actId="20577"/>
        <pc:sldMkLst>
          <pc:docMk/>
          <pc:sldMk cId="0" sldId="256"/>
        </pc:sldMkLst>
        <pc:spChg chg="mod">
          <ac:chgData name="Moser Sebastian - s2410307028" userId="80ed14f0-9710-4dd7-b5f8-ca521d112916" providerId="ADAL" clId="{49872A12-740B-4B61-BA7E-75733B99DBDD}" dt="2026-06-26T18:06:28.774" v="5" actId="20577"/>
          <ac:spMkLst>
            <pc:docMk/>
            <pc:sldMk cId="0" sldId="256"/>
            <ac:spMk id="5" creationId="{00000000-0000-0000-0000-000000000000}"/>
          </ac:spMkLst>
        </pc:spChg>
      </pc:sldChg>
      <pc:sldChg chg="delSp modSp mod modNotesTx">
        <pc:chgData name="Moser Sebastian - s2410307028" userId="80ed14f0-9710-4dd7-b5f8-ca521d112916" providerId="ADAL" clId="{49872A12-740B-4B61-BA7E-75733B99DBDD}" dt="2026-06-27T06:42:36.446" v="1777" actId="20577"/>
        <pc:sldMkLst>
          <pc:docMk/>
          <pc:sldMk cId="0" sldId="257"/>
        </pc:sldMkLst>
        <pc:spChg chg="del">
          <ac:chgData name="Moser Sebastian - s2410307028" userId="80ed14f0-9710-4dd7-b5f8-ca521d112916" providerId="ADAL" clId="{49872A12-740B-4B61-BA7E-75733B99DBDD}" dt="2026-06-26T19:35:37.883" v="134" actId="478"/>
          <ac:spMkLst>
            <pc:docMk/>
            <pc:sldMk cId="0" sldId="257"/>
            <ac:spMk id="11" creationId="{00000000-0000-0000-0000-000000000000}"/>
          </ac:spMkLst>
        </pc:spChg>
        <pc:spChg chg="del mod">
          <ac:chgData name="Moser Sebastian - s2410307028" userId="80ed14f0-9710-4dd7-b5f8-ca521d112916" providerId="ADAL" clId="{49872A12-740B-4B61-BA7E-75733B99DBDD}" dt="2026-06-26T19:35:37.061" v="133" actId="478"/>
          <ac:spMkLst>
            <pc:docMk/>
            <pc:sldMk cId="0" sldId="257"/>
            <ac:spMk id="12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26T19:35:34.662" v="131" actId="6549"/>
          <ac:spMkLst>
            <pc:docMk/>
            <pc:sldMk cId="0" sldId="257"/>
            <ac:spMk id="13" creationId="{00000000-0000-0000-0000-000000000000}"/>
          </ac:spMkLst>
        </pc:spChg>
      </pc:sldChg>
      <pc:sldChg chg="modSp mod modNotesTx">
        <pc:chgData name="Moser Sebastian - s2410307028" userId="80ed14f0-9710-4dd7-b5f8-ca521d112916" providerId="ADAL" clId="{49872A12-740B-4B61-BA7E-75733B99DBDD}" dt="2026-06-27T06:42:40.623" v="1778" actId="20577"/>
        <pc:sldMkLst>
          <pc:docMk/>
          <pc:sldMk cId="0" sldId="259"/>
        </pc:sldMkLst>
        <pc:spChg chg="mod">
          <ac:chgData name="Moser Sebastian - s2410307028" userId="80ed14f0-9710-4dd7-b5f8-ca521d112916" providerId="ADAL" clId="{49872A12-740B-4B61-BA7E-75733B99DBDD}" dt="2026-06-26T19:37:13.070" v="165" actId="20577"/>
          <ac:spMkLst>
            <pc:docMk/>
            <pc:sldMk cId="0" sldId="259"/>
            <ac:spMk id="13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26T19:38:42.623" v="198" actId="20577"/>
          <ac:spMkLst>
            <pc:docMk/>
            <pc:sldMk cId="0" sldId="259"/>
            <ac:spMk id="14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26T19:37:05.941" v="161" actId="20577"/>
          <ac:spMkLst>
            <pc:docMk/>
            <pc:sldMk cId="0" sldId="259"/>
            <ac:spMk id="19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26T19:38:58.209" v="207" actId="20577"/>
          <ac:spMkLst>
            <pc:docMk/>
            <pc:sldMk cId="0" sldId="259"/>
            <ac:spMk id="20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26T19:39:53.909" v="224" actId="790"/>
          <ac:spMkLst>
            <pc:docMk/>
            <pc:sldMk cId="0" sldId="259"/>
            <ac:spMk id="28" creationId="{00000000-0000-0000-0000-000000000000}"/>
          </ac:spMkLst>
        </pc:spChg>
      </pc:sldChg>
      <pc:sldChg chg="addSp delSp modSp mod modNotesTx">
        <pc:chgData name="Moser Sebastian - s2410307028" userId="80ed14f0-9710-4dd7-b5f8-ca521d112916" providerId="ADAL" clId="{49872A12-740B-4B61-BA7E-75733B99DBDD}" dt="2026-06-27T06:42:44.259" v="1779" actId="20577"/>
        <pc:sldMkLst>
          <pc:docMk/>
          <pc:sldMk cId="0" sldId="260"/>
        </pc:sldMkLst>
        <pc:spChg chg="mod">
          <ac:chgData name="Moser Sebastian - s2410307028" userId="80ed14f0-9710-4dd7-b5f8-ca521d112916" providerId="ADAL" clId="{49872A12-740B-4B61-BA7E-75733B99DBDD}" dt="2026-06-26T20:05:21.771" v="766" actId="1076"/>
          <ac:spMkLst>
            <pc:docMk/>
            <pc:sldMk cId="0" sldId="260"/>
            <ac:spMk id="5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26T20:05:24.986" v="778" actId="20577"/>
          <ac:spMkLst>
            <pc:docMk/>
            <pc:sldMk cId="0" sldId="260"/>
            <ac:spMk id="8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26T19:43:49.382" v="231" actId="1076"/>
          <ac:spMkLst>
            <pc:docMk/>
            <pc:sldMk cId="0" sldId="260"/>
            <ac:spMk id="19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26T20:05:06.378" v="764" actId="20577"/>
          <ac:spMkLst>
            <pc:docMk/>
            <pc:sldMk cId="0" sldId="260"/>
            <ac:spMk id="22" creationId="{00000000-0000-0000-0000-000000000000}"/>
          </ac:spMkLst>
        </pc:spChg>
        <pc:spChg chg="del">
          <ac:chgData name="Moser Sebastian - s2410307028" userId="80ed14f0-9710-4dd7-b5f8-ca521d112916" providerId="ADAL" clId="{49872A12-740B-4B61-BA7E-75733B99DBDD}" dt="2026-06-26T19:43:51.879" v="232" actId="478"/>
          <ac:spMkLst>
            <pc:docMk/>
            <pc:sldMk cId="0" sldId="260"/>
            <ac:spMk id="23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26T19:44:01.473" v="233" actId="1076"/>
          <ac:spMkLst>
            <pc:docMk/>
            <pc:sldMk cId="0" sldId="260"/>
            <ac:spMk id="24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26T20:05:46.298" v="810" actId="20577"/>
          <ac:spMkLst>
            <pc:docMk/>
            <pc:sldMk cId="0" sldId="260"/>
            <ac:spMk id="25" creationId="{00000000-0000-0000-0000-000000000000}"/>
          </ac:spMkLst>
        </pc:spChg>
        <pc:picChg chg="add del mod">
          <ac:chgData name="Moser Sebastian - s2410307028" userId="80ed14f0-9710-4dd7-b5f8-ca521d112916" providerId="ADAL" clId="{49872A12-740B-4B61-BA7E-75733B99DBDD}" dt="2026-06-26T20:04:59.271" v="763" actId="478"/>
          <ac:picMkLst>
            <pc:docMk/>
            <pc:sldMk cId="0" sldId="260"/>
            <ac:picMk id="27" creationId="{4BDFBEBD-1658-3F52-AFDC-128DE9E45605}"/>
          </ac:picMkLst>
        </pc:picChg>
      </pc:sldChg>
      <pc:sldChg chg="modNotesTx">
        <pc:chgData name="Moser Sebastian - s2410307028" userId="80ed14f0-9710-4dd7-b5f8-ca521d112916" providerId="ADAL" clId="{49872A12-740B-4B61-BA7E-75733B99DBDD}" dt="2026-06-27T06:42:47.331" v="1780" actId="20577"/>
        <pc:sldMkLst>
          <pc:docMk/>
          <pc:sldMk cId="0" sldId="261"/>
        </pc:sldMkLst>
      </pc:sldChg>
      <pc:sldChg chg="addSp delSp modSp mod modNotesTx">
        <pc:chgData name="Moser Sebastian - s2410307028" userId="80ed14f0-9710-4dd7-b5f8-ca521d112916" providerId="ADAL" clId="{49872A12-740B-4B61-BA7E-75733B99DBDD}" dt="2026-06-27T06:42:50.570" v="1781" actId="20577"/>
        <pc:sldMkLst>
          <pc:docMk/>
          <pc:sldMk cId="0" sldId="262"/>
        </pc:sldMkLst>
        <pc:spChg chg="mod">
          <ac:chgData name="Moser Sebastian - s2410307028" userId="80ed14f0-9710-4dd7-b5f8-ca521d112916" providerId="ADAL" clId="{49872A12-740B-4B61-BA7E-75733B99DBDD}" dt="2026-06-26T19:53:15.212" v="496" actId="14100"/>
          <ac:spMkLst>
            <pc:docMk/>
            <pc:sldMk cId="0" sldId="262"/>
            <ac:spMk id="7" creationId="{00000000-0000-0000-0000-000000000000}"/>
          </ac:spMkLst>
        </pc:spChg>
        <pc:spChg chg="del mod">
          <ac:chgData name="Moser Sebastian - s2410307028" userId="80ed14f0-9710-4dd7-b5f8-ca521d112916" providerId="ADAL" clId="{49872A12-740B-4B61-BA7E-75733B99DBDD}" dt="2026-06-26T19:53:12.246" v="495" actId="478"/>
          <ac:spMkLst>
            <pc:docMk/>
            <pc:sldMk cId="0" sldId="262"/>
            <ac:spMk id="9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26T19:53:17.400" v="497" actId="14100"/>
          <ac:spMkLst>
            <pc:docMk/>
            <pc:sldMk cId="0" sldId="262"/>
            <ac:spMk id="10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26T19:51:41.143" v="327" actId="20577"/>
          <ac:spMkLst>
            <pc:docMk/>
            <pc:sldMk cId="0" sldId="262"/>
            <ac:spMk id="11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26T20:04:10.307" v="757" actId="20577"/>
          <ac:spMkLst>
            <pc:docMk/>
            <pc:sldMk cId="0" sldId="262"/>
            <ac:spMk id="12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26T19:53:20.244" v="498" actId="14100"/>
          <ac:spMkLst>
            <pc:docMk/>
            <pc:sldMk cId="0" sldId="262"/>
            <ac:spMk id="13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26T19:55:14.882" v="538" actId="20577"/>
          <ac:spMkLst>
            <pc:docMk/>
            <pc:sldMk cId="0" sldId="262"/>
            <ac:spMk id="14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26T20:04:00.176" v="756" actId="14"/>
          <ac:spMkLst>
            <pc:docMk/>
            <pc:sldMk cId="0" sldId="262"/>
            <ac:spMk id="15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26T19:53:22.913" v="499" actId="14100"/>
          <ac:spMkLst>
            <pc:docMk/>
            <pc:sldMk cId="0" sldId="262"/>
            <ac:spMk id="16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26T19:57:42.327" v="667" actId="20577"/>
          <ac:spMkLst>
            <pc:docMk/>
            <pc:sldMk cId="0" sldId="262"/>
            <ac:spMk id="17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26T19:58:17.422" v="740" actId="20577"/>
          <ac:spMkLst>
            <pc:docMk/>
            <pc:sldMk cId="0" sldId="262"/>
            <ac:spMk id="18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26T19:46:34.168" v="286" actId="20577"/>
          <ac:spMkLst>
            <pc:docMk/>
            <pc:sldMk cId="0" sldId="262"/>
            <ac:spMk id="20" creationId="{00000000-0000-0000-0000-000000000000}"/>
          </ac:spMkLst>
        </pc:spChg>
        <pc:picChg chg="add mod">
          <ac:chgData name="Moser Sebastian - s2410307028" userId="80ed14f0-9710-4dd7-b5f8-ca521d112916" providerId="ADAL" clId="{49872A12-740B-4B61-BA7E-75733B99DBDD}" dt="2026-06-26T20:04:22.174" v="760" actId="1076"/>
          <ac:picMkLst>
            <pc:docMk/>
            <pc:sldMk cId="0" sldId="262"/>
            <ac:picMk id="21" creationId="{C158D350-AE5A-5897-ED3D-56AB9EE510AD}"/>
          </ac:picMkLst>
        </pc:picChg>
        <pc:picChg chg="add mod">
          <ac:chgData name="Moser Sebastian - s2410307028" userId="80ed14f0-9710-4dd7-b5f8-ca521d112916" providerId="ADAL" clId="{49872A12-740B-4B61-BA7E-75733B99DBDD}" dt="2026-06-26T20:04:24.739" v="761" actId="1076"/>
          <ac:picMkLst>
            <pc:docMk/>
            <pc:sldMk cId="0" sldId="262"/>
            <ac:picMk id="23" creationId="{3AC767A5-0928-E8AE-0677-141EB35E2D95}"/>
          </ac:picMkLst>
        </pc:picChg>
        <pc:picChg chg="add mod">
          <ac:chgData name="Moser Sebastian - s2410307028" userId="80ed14f0-9710-4dd7-b5f8-ca521d112916" providerId="ADAL" clId="{49872A12-740B-4B61-BA7E-75733B99DBDD}" dt="2026-06-26T20:04:27.409" v="762" actId="1076"/>
          <ac:picMkLst>
            <pc:docMk/>
            <pc:sldMk cId="0" sldId="262"/>
            <ac:picMk id="25" creationId="{63C7F255-0D94-38DD-DEDF-6256382A0D45}"/>
          </ac:picMkLst>
        </pc:picChg>
      </pc:sldChg>
      <pc:sldChg chg="delSp modSp mod modNotesTx">
        <pc:chgData name="Moser Sebastian - s2410307028" userId="80ed14f0-9710-4dd7-b5f8-ca521d112916" providerId="ADAL" clId="{49872A12-740B-4B61-BA7E-75733B99DBDD}" dt="2026-06-27T06:42:54.043" v="1782" actId="20577"/>
        <pc:sldMkLst>
          <pc:docMk/>
          <pc:sldMk cId="0" sldId="263"/>
        </pc:sldMkLst>
        <pc:spChg chg="mod">
          <ac:chgData name="Moser Sebastian - s2410307028" userId="80ed14f0-9710-4dd7-b5f8-ca521d112916" providerId="ADAL" clId="{49872A12-740B-4B61-BA7E-75733B99DBDD}" dt="2026-06-26T20:07:02.075" v="815" actId="20577"/>
          <ac:spMkLst>
            <pc:docMk/>
            <pc:sldMk cId="0" sldId="263"/>
            <ac:spMk id="4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26T20:06:54.638" v="812" actId="1076"/>
          <ac:spMkLst>
            <pc:docMk/>
            <pc:sldMk cId="0" sldId="263"/>
            <ac:spMk id="6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26T20:06:57.619" v="813" actId="20577"/>
          <ac:spMkLst>
            <pc:docMk/>
            <pc:sldMk cId="0" sldId="263"/>
            <ac:spMk id="9" creationId="{00000000-0000-0000-0000-000000000000}"/>
          </ac:spMkLst>
        </pc:spChg>
        <pc:spChg chg="del">
          <ac:chgData name="Moser Sebastian - s2410307028" userId="80ed14f0-9710-4dd7-b5f8-ca521d112916" providerId="ADAL" clId="{49872A12-740B-4B61-BA7E-75733B99DBDD}" dt="2026-06-26T20:07:11.003" v="816" actId="478"/>
          <ac:spMkLst>
            <pc:docMk/>
            <pc:sldMk cId="0" sldId="263"/>
            <ac:spMk id="12" creationId="{00000000-0000-0000-0000-000000000000}"/>
          </ac:spMkLst>
        </pc:spChg>
        <pc:spChg chg="del">
          <ac:chgData name="Moser Sebastian - s2410307028" userId="80ed14f0-9710-4dd7-b5f8-ca521d112916" providerId="ADAL" clId="{49872A12-740B-4B61-BA7E-75733B99DBDD}" dt="2026-06-26T20:07:12.636" v="817" actId="478"/>
          <ac:spMkLst>
            <pc:docMk/>
            <pc:sldMk cId="0" sldId="263"/>
            <ac:spMk id="16" creationId="{00000000-0000-0000-0000-000000000000}"/>
          </ac:spMkLst>
        </pc:spChg>
        <pc:spChg chg="del">
          <ac:chgData name="Moser Sebastian - s2410307028" userId="80ed14f0-9710-4dd7-b5f8-ca521d112916" providerId="ADAL" clId="{49872A12-740B-4B61-BA7E-75733B99DBDD}" dt="2026-06-26T20:07:15.148" v="818" actId="478"/>
          <ac:spMkLst>
            <pc:docMk/>
            <pc:sldMk cId="0" sldId="263"/>
            <ac:spMk id="20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26T20:06:51.750" v="811" actId="20577"/>
          <ac:spMkLst>
            <pc:docMk/>
            <pc:sldMk cId="0" sldId="263"/>
            <ac:spMk id="25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26T20:09:05.360" v="891" actId="20577"/>
          <ac:spMkLst>
            <pc:docMk/>
            <pc:sldMk cId="0" sldId="263"/>
            <ac:spMk id="27" creationId="{00000000-0000-0000-0000-000000000000}"/>
          </ac:spMkLst>
        </pc:spChg>
        <pc:spChg chg="del">
          <ac:chgData name="Moser Sebastian - s2410307028" userId="80ed14f0-9710-4dd7-b5f8-ca521d112916" providerId="ADAL" clId="{49872A12-740B-4B61-BA7E-75733B99DBDD}" dt="2026-06-26T20:07:17.015" v="819" actId="478"/>
          <ac:spMkLst>
            <pc:docMk/>
            <pc:sldMk cId="0" sldId="263"/>
            <ac:spMk id="28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26T20:10:20.275" v="1050" actId="20577"/>
          <ac:spMkLst>
            <pc:docMk/>
            <pc:sldMk cId="0" sldId="263"/>
            <ac:spMk id="29" creationId="{00000000-0000-0000-0000-000000000000}"/>
          </ac:spMkLst>
        </pc:spChg>
        <pc:spChg chg="del">
          <ac:chgData name="Moser Sebastian - s2410307028" userId="80ed14f0-9710-4dd7-b5f8-ca521d112916" providerId="ADAL" clId="{49872A12-740B-4B61-BA7E-75733B99DBDD}" dt="2026-06-26T20:07:18.515" v="820" actId="478"/>
          <ac:spMkLst>
            <pc:docMk/>
            <pc:sldMk cId="0" sldId="263"/>
            <ac:spMk id="32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26T20:13:39.606" v="1206" actId="20577"/>
          <ac:spMkLst>
            <pc:docMk/>
            <pc:sldMk cId="0" sldId="263"/>
            <ac:spMk id="33" creationId="{00000000-0000-0000-0000-000000000000}"/>
          </ac:spMkLst>
        </pc:spChg>
        <pc:spChg chg="del">
          <ac:chgData name="Moser Sebastian - s2410307028" userId="80ed14f0-9710-4dd7-b5f8-ca521d112916" providerId="ADAL" clId="{49872A12-740B-4B61-BA7E-75733B99DBDD}" dt="2026-06-26T20:07:23.235" v="821" actId="478"/>
          <ac:spMkLst>
            <pc:docMk/>
            <pc:sldMk cId="0" sldId="263"/>
            <ac:spMk id="36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26T20:14:31.063" v="1286" actId="20577"/>
          <ac:spMkLst>
            <pc:docMk/>
            <pc:sldMk cId="0" sldId="263"/>
            <ac:spMk id="37" creationId="{00000000-0000-0000-0000-000000000000}"/>
          </ac:spMkLst>
        </pc:spChg>
      </pc:sldChg>
      <pc:sldChg chg="modNotesTx">
        <pc:chgData name="Moser Sebastian - s2410307028" userId="80ed14f0-9710-4dd7-b5f8-ca521d112916" providerId="ADAL" clId="{49872A12-740B-4B61-BA7E-75733B99DBDD}" dt="2026-06-27T06:42:57.571" v="1783" actId="20577"/>
        <pc:sldMkLst>
          <pc:docMk/>
          <pc:sldMk cId="0" sldId="264"/>
        </pc:sldMkLst>
      </pc:sldChg>
      <pc:sldChg chg="addSp delSp modSp mod modNotesTx">
        <pc:chgData name="Moser Sebastian - s2410307028" userId="80ed14f0-9710-4dd7-b5f8-ca521d112916" providerId="ADAL" clId="{49872A12-740B-4B61-BA7E-75733B99DBDD}" dt="2026-06-27T06:43:01.107" v="1784" actId="20577"/>
        <pc:sldMkLst>
          <pc:docMk/>
          <pc:sldMk cId="0" sldId="265"/>
        </pc:sldMkLst>
        <pc:spChg chg="add del">
          <ac:chgData name="Moser Sebastian - s2410307028" userId="80ed14f0-9710-4dd7-b5f8-ca521d112916" providerId="ADAL" clId="{49872A12-740B-4B61-BA7E-75733B99DBDD}" dt="2026-06-26T20:29:46.825" v="1505" actId="478"/>
          <ac:spMkLst>
            <pc:docMk/>
            <pc:sldMk cId="0" sldId="265"/>
            <ac:spMk id="7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26T20:23:02.053" v="1395" actId="20577"/>
          <ac:spMkLst>
            <pc:docMk/>
            <pc:sldMk cId="0" sldId="265"/>
            <ac:spMk id="9" creationId="{00000000-0000-0000-0000-000000000000}"/>
          </ac:spMkLst>
        </pc:spChg>
        <pc:spChg chg="del mod">
          <ac:chgData name="Moser Sebastian - s2410307028" userId="80ed14f0-9710-4dd7-b5f8-ca521d112916" providerId="ADAL" clId="{49872A12-740B-4B61-BA7E-75733B99DBDD}" dt="2026-06-26T20:29:41.671" v="1502" actId="478"/>
          <ac:spMkLst>
            <pc:docMk/>
            <pc:sldMk cId="0" sldId="265"/>
            <ac:spMk id="14" creationId="{00000000-0000-0000-0000-000000000000}"/>
          </ac:spMkLst>
        </pc:spChg>
        <pc:spChg chg="del mod">
          <ac:chgData name="Moser Sebastian - s2410307028" userId="80ed14f0-9710-4dd7-b5f8-ca521d112916" providerId="ADAL" clId="{49872A12-740B-4B61-BA7E-75733B99DBDD}" dt="2026-06-26T20:29:44.030" v="1503" actId="478"/>
          <ac:spMkLst>
            <pc:docMk/>
            <pc:sldMk cId="0" sldId="265"/>
            <ac:spMk id="15" creationId="{00000000-0000-0000-0000-000000000000}"/>
          </ac:spMkLst>
        </pc:spChg>
        <pc:spChg chg="del mod">
          <ac:chgData name="Moser Sebastian - s2410307028" userId="80ed14f0-9710-4dd7-b5f8-ca521d112916" providerId="ADAL" clId="{49872A12-740B-4B61-BA7E-75733B99DBDD}" dt="2026-06-26T20:29:49.078" v="1506" actId="478"/>
          <ac:spMkLst>
            <pc:docMk/>
            <pc:sldMk cId="0" sldId="265"/>
            <ac:spMk id="16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26T20:24:54.575" v="1471" actId="20577"/>
          <ac:spMkLst>
            <pc:docMk/>
            <pc:sldMk cId="0" sldId="265"/>
            <ac:spMk id="22" creationId="{00000000-0000-0000-0000-000000000000}"/>
          </ac:spMkLst>
        </pc:spChg>
        <pc:spChg chg="add del">
          <ac:chgData name="Moser Sebastian - s2410307028" userId="80ed14f0-9710-4dd7-b5f8-ca521d112916" providerId="ADAL" clId="{49872A12-740B-4B61-BA7E-75733B99DBDD}" dt="2026-06-26T20:22:41.144" v="1372" actId="478"/>
          <ac:spMkLst>
            <pc:docMk/>
            <pc:sldMk cId="0" sldId="265"/>
            <ac:spMk id="23" creationId="{00000000-0000-0000-0000-000000000000}"/>
          </ac:spMkLst>
        </pc:spChg>
        <pc:spChg chg="add del">
          <ac:chgData name="Moser Sebastian - s2410307028" userId="80ed14f0-9710-4dd7-b5f8-ca521d112916" providerId="ADAL" clId="{49872A12-740B-4B61-BA7E-75733B99DBDD}" dt="2026-06-26T20:29:02.188" v="1499" actId="478"/>
          <ac:spMkLst>
            <pc:docMk/>
            <pc:sldMk cId="0" sldId="265"/>
            <ac:spMk id="24" creationId="{00000000-0000-0000-0000-000000000000}"/>
          </ac:spMkLst>
        </pc:spChg>
        <pc:spChg chg="add del mod">
          <ac:chgData name="Moser Sebastian - s2410307028" userId="80ed14f0-9710-4dd7-b5f8-ca521d112916" providerId="ADAL" clId="{49872A12-740B-4B61-BA7E-75733B99DBDD}" dt="2026-06-26T20:27:54.364" v="1491" actId="478"/>
          <ac:spMkLst>
            <pc:docMk/>
            <pc:sldMk cId="0" sldId="265"/>
            <ac:spMk id="25" creationId="{00000000-0000-0000-0000-000000000000}"/>
          </ac:spMkLst>
        </pc:spChg>
        <pc:spChg chg="add del">
          <ac:chgData name="Moser Sebastian - s2410307028" userId="80ed14f0-9710-4dd7-b5f8-ca521d112916" providerId="ADAL" clId="{49872A12-740B-4B61-BA7E-75733B99DBDD}" dt="2026-06-26T20:27:52.755" v="1490" actId="478"/>
          <ac:spMkLst>
            <pc:docMk/>
            <pc:sldMk cId="0" sldId="265"/>
            <ac:spMk id="26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26T20:19:18.035" v="1312"/>
          <ac:spMkLst>
            <pc:docMk/>
            <pc:sldMk cId="0" sldId="265"/>
            <ac:spMk id="35" creationId="{00000000-0000-0000-0000-000000000000}"/>
          </ac:spMkLst>
        </pc:spChg>
        <pc:picChg chg="add del mod">
          <ac:chgData name="Moser Sebastian - s2410307028" userId="80ed14f0-9710-4dd7-b5f8-ca521d112916" providerId="ADAL" clId="{49872A12-740B-4B61-BA7E-75733B99DBDD}" dt="2026-06-26T20:20:40.184" v="1318" actId="478"/>
          <ac:picMkLst>
            <pc:docMk/>
            <pc:sldMk cId="0" sldId="265"/>
            <ac:picMk id="37" creationId="{0CA9769F-D538-EBC2-E5C8-4F47EEFA16DC}"/>
          </ac:picMkLst>
        </pc:picChg>
        <pc:picChg chg="add del mod">
          <ac:chgData name="Moser Sebastian - s2410307028" userId="80ed14f0-9710-4dd7-b5f8-ca521d112916" providerId="ADAL" clId="{49872A12-740B-4B61-BA7E-75733B99DBDD}" dt="2026-06-26T20:27:48.325" v="1485" actId="22"/>
          <ac:picMkLst>
            <pc:docMk/>
            <pc:sldMk cId="0" sldId="265"/>
            <ac:picMk id="39" creationId="{40F352EE-1201-018D-5E2A-B84C158739E6}"/>
          </ac:picMkLst>
        </pc:picChg>
        <pc:picChg chg="add mod">
          <ac:chgData name="Moser Sebastian - s2410307028" userId="80ed14f0-9710-4dd7-b5f8-ca521d112916" providerId="ADAL" clId="{49872A12-740B-4B61-BA7E-75733B99DBDD}" dt="2026-06-26T20:29:11.198" v="1501" actId="14100"/>
          <ac:picMkLst>
            <pc:docMk/>
            <pc:sldMk cId="0" sldId="265"/>
            <ac:picMk id="41" creationId="{320CCC2C-0BFD-4FF1-D81C-B6BFB955E154}"/>
          </ac:picMkLst>
        </pc:picChg>
        <pc:picChg chg="add mod">
          <ac:chgData name="Moser Sebastian - s2410307028" userId="80ed14f0-9710-4dd7-b5f8-ca521d112916" providerId="ADAL" clId="{49872A12-740B-4B61-BA7E-75733B99DBDD}" dt="2026-06-26T20:30:28.488" v="1509" actId="1076"/>
          <ac:picMkLst>
            <pc:docMk/>
            <pc:sldMk cId="0" sldId="265"/>
            <ac:picMk id="43" creationId="{5C1D3DD4-672B-CF03-35CA-20345DB3EA62}"/>
          </ac:picMkLst>
        </pc:picChg>
      </pc:sldChg>
      <pc:sldChg chg="modSp mod modNotesTx">
        <pc:chgData name="Moser Sebastian - s2410307028" userId="80ed14f0-9710-4dd7-b5f8-ca521d112916" providerId="ADAL" clId="{49872A12-740B-4B61-BA7E-75733B99DBDD}" dt="2026-06-27T06:43:04.603" v="1785" actId="20577"/>
        <pc:sldMkLst>
          <pc:docMk/>
          <pc:sldMk cId="0" sldId="266"/>
        </pc:sldMkLst>
        <pc:spChg chg="mod">
          <ac:chgData name="Moser Sebastian - s2410307028" userId="80ed14f0-9710-4dd7-b5f8-ca521d112916" providerId="ADAL" clId="{49872A12-740B-4B61-BA7E-75733B99DBDD}" dt="2026-06-26T20:30:58.233" v="1519" actId="20577"/>
          <ac:spMkLst>
            <pc:docMk/>
            <pc:sldMk cId="0" sldId="266"/>
            <ac:spMk id="23" creationId="{00000000-0000-0000-0000-000000000000}"/>
          </ac:spMkLst>
        </pc:spChg>
      </pc:sldChg>
      <pc:sldChg chg="modNotesTx">
        <pc:chgData name="Moser Sebastian - s2410307028" userId="80ed14f0-9710-4dd7-b5f8-ca521d112916" providerId="ADAL" clId="{49872A12-740B-4B61-BA7E-75733B99DBDD}" dt="2026-06-27T06:43:18.364" v="1786" actId="20577"/>
        <pc:sldMkLst>
          <pc:docMk/>
          <pc:sldMk cId="0" sldId="267"/>
        </pc:sldMkLst>
      </pc:sldChg>
      <pc:sldChg chg="addSp modSp mod modNotesTx">
        <pc:chgData name="Moser Sebastian - s2410307028" userId="80ed14f0-9710-4dd7-b5f8-ca521d112916" providerId="ADAL" clId="{49872A12-740B-4B61-BA7E-75733B99DBDD}" dt="2026-06-27T06:43:21.517" v="1788" actId="20577"/>
        <pc:sldMkLst>
          <pc:docMk/>
          <pc:sldMk cId="0" sldId="268"/>
        </pc:sldMkLst>
        <pc:spChg chg="mod">
          <ac:chgData name="Moser Sebastian - s2410307028" userId="80ed14f0-9710-4dd7-b5f8-ca521d112916" providerId="ADAL" clId="{49872A12-740B-4B61-BA7E-75733B99DBDD}" dt="2026-06-26T21:16:05.625" v="1770" actId="1076"/>
          <ac:spMkLst>
            <pc:docMk/>
            <pc:sldMk cId="0" sldId="268"/>
            <ac:spMk id="2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26T21:16:02.071" v="1768" actId="1076"/>
          <ac:spMkLst>
            <pc:docMk/>
            <pc:sldMk cId="0" sldId="268"/>
            <ac:spMk id="9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26T21:16:02.071" v="1768" actId="1076"/>
          <ac:spMkLst>
            <pc:docMk/>
            <pc:sldMk cId="0" sldId="268"/>
            <ac:spMk id="10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26T21:16:02.071" v="1768" actId="1076"/>
          <ac:spMkLst>
            <pc:docMk/>
            <pc:sldMk cId="0" sldId="268"/>
            <ac:spMk id="11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26T21:16:02.071" v="1768" actId="1076"/>
          <ac:spMkLst>
            <pc:docMk/>
            <pc:sldMk cId="0" sldId="268"/>
            <ac:spMk id="12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26T21:16:02.071" v="1768" actId="1076"/>
          <ac:spMkLst>
            <pc:docMk/>
            <pc:sldMk cId="0" sldId="268"/>
            <ac:spMk id="13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26T21:16:14.731" v="1771" actId="1076"/>
          <ac:spMkLst>
            <pc:docMk/>
            <pc:sldMk cId="0" sldId="268"/>
            <ac:spMk id="14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26T21:16:14.731" v="1771" actId="1076"/>
          <ac:spMkLst>
            <pc:docMk/>
            <pc:sldMk cId="0" sldId="268"/>
            <ac:spMk id="15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26T21:16:14.731" v="1771" actId="1076"/>
          <ac:spMkLst>
            <pc:docMk/>
            <pc:sldMk cId="0" sldId="268"/>
            <ac:spMk id="16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26T21:16:14.731" v="1771" actId="1076"/>
          <ac:spMkLst>
            <pc:docMk/>
            <pc:sldMk cId="0" sldId="268"/>
            <ac:spMk id="17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26T21:16:14.731" v="1771" actId="1076"/>
          <ac:spMkLst>
            <pc:docMk/>
            <pc:sldMk cId="0" sldId="268"/>
            <ac:spMk id="18" creationId="{00000000-0000-0000-0000-000000000000}"/>
          </ac:spMkLst>
        </pc:spChg>
        <pc:picChg chg="add mod">
          <ac:chgData name="Moser Sebastian - s2410307028" userId="80ed14f0-9710-4dd7-b5f8-ca521d112916" providerId="ADAL" clId="{49872A12-740B-4B61-BA7E-75733B99DBDD}" dt="2026-06-26T21:16:02.071" v="1768" actId="1076"/>
          <ac:picMkLst>
            <pc:docMk/>
            <pc:sldMk cId="0" sldId="268"/>
            <ac:picMk id="7" creationId="{8AC95543-34B1-4DD8-285F-D8947A792C06}"/>
          </ac:picMkLst>
        </pc:picChg>
        <pc:picChg chg="add mod">
          <ac:chgData name="Moser Sebastian - s2410307028" userId="80ed14f0-9710-4dd7-b5f8-ca521d112916" providerId="ADAL" clId="{49872A12-740B-4B61-BA7E-75733B99DBDD}" dt="2026-06-26T21:16:14.731" v="1771" actId="1076"/>
          <ac:picMkLst>
            <pc:docMk/>
            <pc:sldMk cId="0" sldId="268"/>
            <ac:picMk id="19" creationId="{915448B3-C6C6-C137-1695-2C81C16888FA}"/>
          </ac:picMkLst>
        </pc:picChg>
      </pc:sldChg>
      <pc:sldChg chg="delSp modSp mod modNotesTx">
        <pc:chgData name="Moser Sebastian - s2410307028" userId="80ed14f0-9710-4dd7-b5f8-ca521d112916" providerId="ADAL" clId="{49872A12-740B-4B61-BA7E-75733B99DBDD}" dt="2026-06-27T06:43:24.556" v="1789" actId="20577"/>
        <pc:sldMkLst>
          <pc:docMk/>
          <pc:sldMk cId="0" sldId="269"/>
        </pc:sldMkLst>
        <pc:spChg chg="del">
          <ac:chgData name="Moser Sebastian - s2410307028" userId="80ed14f0-9710-4dd7-b5f8-ca521d112916" providerId="ADAL" clId="{49872A12-740B-4B61-BA7E-75733B99DBDD}" dt="2026-06-26T20:42:18.641" v="1691" actId="478"/>
          <ac:spMkLst>
            <pc:docMk/>
            <pc:sldMk cId="0" sldId="269"/>
            <ac:spMk id="5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26T20:42:22.302" v="1692" actId="1076"/>
          <ac:spMkLst>
            <pc:docMk/>
            <pc:sldMk cId="0" sldId="269"/>
            <ac:spMk id="6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26T20:42:33.322" v="1705" actId="20577"/>
          <ac:spMkLst>
            <pc:docMk/>
            <pc:sldMk cId="0" sldId="269"/>
            <ac:spMk id="7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26T20:42:37.754" v="1706" actId="1076"/>
          <ac:spMkLst>
            <pc:docMk/>
            <pc:sldMk cId="0" sldId="269"/>
            <ac:spMk id="8" creationId="{00000000-0000-0000-0000-000000000000}"/>
          </ac:spMkLst>
        </pc:spChg>
        <pc:spChg chg="del">
          <ac:chgData name="Moser Sebastian - s2410307028" userId="80ed14f0-9710-4dd7-b5f8-ca521d112916" providerId="ADAL" clId="{49872A12-740B-4B61-BA7E-75733B99DBDD}" dt="2026-06-26T20:42:12.985" v="1689" actId="478"/>
          <ac:spMkLst>
            <pc:docMk/>
            <pc:sldMk cId="0" sldId="269"/>
            <ac:spMk id="9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26T20:43:15.517" v="1711" actId="1076"/>
          <ac:spMkLst>
            <pc:docMk/>
            <pc:sldMk cId="0" sldId="269"/>
            <ac:spMk id="10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26T20:43:29.947" v="1712" actId="1076"/>
          <ac:spMkLst>
            <pc:docMk/>
            <pc:sldMk cId="0" sldId="269"/>
            <ac:spMk id="13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26T20:43:29.947" v="1712" actId="1076"/>
          <ac:spMkLst>
            <pc:docMk/>
            <pc:sldMk cId="0" sldId="269"/>
            <ac:spMk id="14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26T20:43:29.947" v="1712" actId="1076"/>
          <ac:spMkLst>
            <pc:docMk/>
            <pc:sldMk cId="0" sldId="269"/>
            <ac:spMk id="15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26T20:43:29.947" v="1712" actId="1076"/>
          <ac:spMkLst>
            <pc:docMk/>
            <pc:sldMk cId="0" sldId="269"/>
            <ac:spMk id="16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26T20:43:29.947" v="1712" actId="1076"/>
          <ac:spMkLst>
            <pc:docMk/>
            <pc:sldMk cId="0" sldId="269"/>
            <ac:spMk id="17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26T20:43:29.947" v="1712" actId="1076"/>
          <ac:spMkLst>
            <pc:docMk/>
            <pc:sldMk cId="0" sldId="269"/>
            <ac:spMk id="18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26T20:43:29.947" v="1712" actId="1076"/>
          <ac:spMkLst>
            <pc:docMk/>
            <pc:sldMk cId="0" sldId="269"/>
            <ac:spMk id="19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26T20:43:29.947" v="1712" actId="1076"/>
          <ac:spMkLst>
            <pc:docMk/>
            <pc:sldMk cId="0" sldId="269"/>
            <ac:spMk id="20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26T20:42:51.621" v="1708" actId="14100"/>
          <ac:spMkLst>
            <pc:docMk/>
            <pc:sldMk cId="0" sldId="269"/>
            <ac:spMk id="21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26T20:43:49.350" v="1713" actId="1076"/>
          <ac:spMkLst>
            <pc:docMk/>
            <pc:sldMk cId="0" sldId="269"/>
            <ac:spMk id="24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26T20:43:49.350" v="1713" actId="1076"/>
          <ac:spMkLst>
            <pc:docMk/>
            <pc:sldMk cId="0" sldId="269"/>
            <ac:spMk id="25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26T20:43:49.350" v="1713" actId="1076"/>
          <ac:spMkLst>
            <pc:docMk/>
            <pc:sldMk cId="0" sldId="269"/>
            <ac:spMk id="26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26T20:43:49.350" v="1713" actId="1076"/>
          <ac:spMkLst>
            <pc:docMk/>
            <pc:sldMk cId="0" sldId="269"/>
            <ac:spMk id="27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26T20:43:49.350" v="1713" actId="1076"/>
          <ac:spMkLst>
            <pc:docMk/>
            <pc:sldMk cId="0" sldId="269"/>
            <ac:spMk id="28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26T20:43:49.350" v="1713" actId="1076"/>
          <ac:spMkLst>
            <pc:docMk/>
            <pc:sldMk cId="0" sldId="269"/>
            <ac:spMk id="29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26T20:43:49.350" v="1713" actId="1076"/>
          <ac:spMkLst>
            <pc:docMk/>
            <pc:sldMk cId="0" sldId="269"/>
            <ac:spMk id="30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26T20:43:49.350" v="1713" actId="1076"/>
          <ac:spMkLst>
            <pc:docMk/>
            <pc:sldMk cId="0" sldId="269"/>
            <ac:spMk id="31" creationId="{00000000-0000-0000-0000-000000000000}"/>
          </ac:spMkLst>
        </pc:spChg>
      </pc:sldChg>
      <pc:sldChg chg="modNotesTx">
        <pc:chgData name="Moser Sebastian - s2410307028" userId="80ed14f0-9710-4dd7-b5f8-ca521d112916" providerId="ADAL" clId="{49872A12-740B-4B61-BA7E-75733B99DBDD}" dt="2026-06-27T06:43:29.956" v="1790" actId="20577"/>
        <pc:sldMkLst>
          <pc:docMk/>
          <pc:sldMk cId="0" sldId="270"/>
        </pc:sldMkLst>
      </pc:sldChg>
      <pc:sldChg chg="addSp delSp modSp mod modNotesTx">
        <pc:chgData name="Moser Sebastian - s2410307028" userId="80ed14f0-9710-4dd7-b5f8-ca521d112916" providerId="ADAL" clId="{49872A12-740B-4B61-BA7E-75733B99DBDD}" dt="2026-06-27T06:43:33.332" v="1791" actId="20577"/>
        <pc:sldMkLst>
          <pc:docMk/>
          <pc:sldMk cId="0" sldId="271"/>
        </pc:sldMkLst>
        <pc:spChg chg="mod">
          <ac:chgData name="Moser Sebastian - s2410307028" userId="80ed14f0-9710-4dd7-b5f8-ca521d112916" providerId="ADAL" clId="{49872A12-740B-4B61-BA7E-75733B99DBDD}" dt="2026-06-26T21:06:04.105" v="1757" actId="20577"/>
          <ac:spMkLst>
            <pc:docMk/>
            <pc:sldMk cId="0" sldId="271"/>
            <ac:spMk id="9" creationId="{00000000-0000-0000-0000-000000000000}"/>
          </ac:spMkLst>
        </pc:spChg>
        <pc:spChg chg="del">
          <ac:chgData name="Moser Sebastian - s2410307028" userId="80ed14f0-9710-4dd7-b5f8-ca521d112916" providerId="ADAL" clId="{49872A12-740B-4B61-BA7E-75733B99DBDD}" dt="2026-06-26T21:05:09.854" v="1718" actId="478"/>
          <ac:spMkLst>
            <pc:docMk/>
            <pc:sldMk cId="0" sldId="271"/>
            <ac:spMk id="10" creationId="{00000000-0000-0000-0000-000000000000}"/>
          </ac:spMkLst>
        </pc:spChg>
        <pc:spChg chg="del mod">
          <ac:chgData name="Moser Sebastian - s2410307028" userId="80ed14f0-9710-4dd7-b5f8-ca521d112916" providerId="ADAL" clId="{49872A12-740B-4B61-BA7E-75733B99DBDD}" dt="2026-06-26T21:05:11.342" v="1719" actId="478"/>
          <ac:spMkLst>
            <pc:docMk/>
            <pc:sldMk cId="0" sldId="271"/>
            <ac:spMk id="11" creationId="{00000000-0000-0000-0000-000000000000}"/>
          </ac:spMkLst>
        </pc:spChg>
        <pc:spChg chg="add del">
          <ac:chgData name="Moser Sebastian - s2410307028" userId="80ed14f0-9710-4dd7-b5f8-ca521d112916" providerId="ADAL" clId="{49872A12-740B-4B61-BA7E-75733B99DBDD}" dt="2026-06-26T21:05:08.253" v="1716" actId="478"/>
          <ac:spMkLst>
            <pc:docMk/>
            <pc:sldMk cId="0" sldId="271"/>
            <ac:spMk id="12" creationId="{00000000-0000-0000-0000-000000000000}"/>
          </ac:spMkLst>
        </pc:spChg>
        <pc:spChg chg="del">
          <ac:chgData name="Moser Sebastian - s2410307028" userId="80ed14f0-9710-4dd7-b5f8-ca521d112916" providerId="ADAL" clId="{49872A12-740B-4B61-BA7E-75733B99DBDD}" dt="2026-06-26T21:06:20.095" v="1758" actId="478"/>
          <ac:spMkLst>
            <pc:docMk/>
            <pc:sldMk cId="0" sldId="271"/>
            <ac:spMk id="16" creationId="{00000000-0000-0000-0000-000000000000}"/>
          </ac:spMkLst>
        </pc:spChg>
        <pc:spChg chg="del">
          <ac:chgData name="Moser Sebastian - s2410307028" userId="80ed14f0-9710-4dd7-b5f8-ca521d112916" providerId="ADAL" clId="{49872A12-740B-4B61-BA7E-75733B99DBDD}" dt="2026-06-26T21:06:23.983" v="1759" actId="478"/>
          <ac:spMkLst>
            <pc:docMk/>
            <pc:sldMk cId="0" sldId="271"/>
            <ac:spMk id="17" creationId="{00000000-0000-0000-0000-000000000000}"/>
          </ac:spMkLst>
        </pc:spChg>
        <pc:spChg chg="del mod">
          <ac:chgData name="Moser Sebastian - s2410307028" userId="80ed14f0-9710-4dd7-b5f8-ca521d112916" providerId="ADAL" clId="{49872A12-740B-4B61-BA7E-75733B99DBDD}" dt="2026-06-26T21:06:28.592" v="1761" actId="478"/>
          <ac:spMkLst>
            <pc:docMk/>
            <pc:sldMk cId="0" sldId="271"/>
            <ac:spMk id="18" creationId="{00000000-0000-0000-0000-000000000000}"/>
          </ac:spMkLst>
        </pc:spChg>
        <pc:spChg chg="add mod">
          <ac:chgData name="Moser Sebastian - s2410307028" userId="80ed14f0-9710-4dd7-b5f8-ca521d112916" providerId="ADAL" clId="{49872A12-740B-4B61-BA7E-75733B99DBDD}" dt="2026-06-26T21:06:33.166" v="1763" actId="1076"/>
          <ac:spMkLst>
            <pc:docMk/>
            <pc:sldMk cId="0" sldId="271"/>
            <ac:spMk id="20" creationId="{5F19D725-4333-7CFA-82C6-D82F9980E449}"/>
          </ac:spMkLst>
        </pc:spChg>
        <pc:spChg chg="add mod">
          <ac:chgData name="Moser Sebastian - s2410307028" userId="80ed14f0-9710-4dd7-b5f8-ca521d112916" providerId="ADAL" clId="{49872A12-740B-4B61-BA7E-75733B99DBDD}" dt="2026-06-26T21:06:47.980" v="1765" actId="1076"/>
          <ac:spMkLst>
            <pc:docMk/>
            <pc:sldMk cId="0" sldId="271"/>
            <ac:spMk id="22" creationId="{C92B3B05-F34D-5CC6-4986-6FB493AD14A1}"/>
          </ac:spMkLst>
        </pc:spChg>
        <pc:spChg chg="add mod">
          <ac:chgData name="Moser Sebastian - s2410307028" userId="80ed14f0-9710-4dd7-b5f8-ca521d112916" providerId="ADAL" clId="{49872A12-740B-4B61-BA7E-75733B99DBDD}" dt="2026-06-26T21:06:47.980" v="1765" actId="1076"/>
          <ac:spMkLst>
            <pc:docMk/>
            <pc:sldMk cId="0" sldId="271"/>
            <ac:spMk id="24" creationId="{48F1B91B-8586-F2C3-4CA4-CE548EC314DD}"/>
          </ac:spMkLst>
        </pc:spChg>
        <pc:spChg chg="add mod">
          <ac:chgData name="Moser Sebastian - s2410307028" userId="80ed14f0-9710-4dd7-b5f8-ca521d112916" providerId="ADAL" clId="{49872A12-740B-4B61-BA7E-75733B99DBDD}" dt="2026-06-26T21:36:42.302" v="1776" actId="20577"/>
          <ac:spMkLst>
            <pc:docMk/>
            <pc:sldMk cId="0" sldId="271"/>
            <ac:spMk id="26" creationId="{14DC87AA-CFB9-37E2-FFB3-80C31804E1C4}"/>
          </ac:spMkLst>
        </pc:spChg>
        <pc:spChg chg="add mod">
          <ac:chgData name="Moser Sebastian - s2410307028" userId="80ed14f0-9710-4dd7-b5f8-ca521d112916" providerId="ADAL" clId="{49872A12-740B-4B61-BA7E-75733B99DBDD}" dt="2026-06-26T21:06:47.980" v="1765" actId="1076"/>
          <ac:spMkLst>
            <pc:docMk/>
            <pc:sldMk cId="0" sldId="271"/>
            <ac:spMk id="28" creationId="{1C815DB9-4602-ADEF-807A-2C1F1BB3CB2E}"/>
          </ac:spMkLst>
        </pc:spChg>
        <pc:spChg chg="add mod">
          <ac:chgData name="Moser Sebastian - s2410307028" userId="80ed14f0-9710-4dd7-b5f8-ca521d112916" providerId="ADAL" clId="{49872A12-740B-4B61-BA7E-75733B99DBDD}" dt="2026-06-26T21:06:47.980" v="1765" actId="1076"/>
          <ac:spMkLst>
            <pc:docMk/>
            <pc:sldMk cId="0" sldId="271"/>
            <ac:spMk id="30" creationId="{3134F262-9DF5-70F6-4107-FC0AEFD21F66}"/>
          </ac:spMkLst>
        </pc:spChg>
        <pc:picChg chg="add mod">
          <ac:chgData name="Moser Sebastian - s2410307028" userId="80ed14f0-9710-4dd7-b5f8-ca521d112916" providerId="ADAL" clId="{49872A12-740B-4B61-BA7E-75733B99DBDD}" dt="2026-06-26T21:05:22.596" v="1724" actId="1076"/>
          <ac:picMkLst>
            <pc:docMk/>
            <pc:sldMk cId="0" sldId="271"/>
            <ac:picMk id="6" creationId="{1BD1910A-1CE6-79A9-8055-818F1A95D525}"/>
          </ac:picMkLst>
        </pc:picChg>
      </pc:sldChg>
    </pc:docChg>
  </pc:docChgLst>
  <pc:docChgLst>
    <pc:chgData name="Kaltenegger Sebastian - s2410307017" userId="S::s2410307017@fhooe.at::5c693a20-27c2-4451-ad9f-b842668d6de2" providerId="AD" clId="Web-{F75363C7-D1C7-E5AB-2F3D-CD65EE07C400}"/>
    <pc:docChg chg="addSld delSld modSld sldOrd">
      <pc:chgData name="Kaltenegger Sebastian - s2410307017" userId="S::s2410307017@fhooe.at::5c693a20-27c2-4451-ad9f-b842668d6de2" providerId="AD" clId="Web-{F75363C7-D1C7-E5AB-2F3D-CD65EE07C400}" dt="2026-06-27T01:16:58.344" v="210" actId="20577"/>
      <pc:docMkLst>
        <pc:docMk/>
      </pc:docMkLst>
      <pc:sldChg chg="addSp delSp modSp">
        <pc:chgData name="Kaltenegger Sebastian - s2410307017" userId="S::s2410307017@fhooe.at::5c693a20-27c2-4451-ad9f-b842668d6de2" providerId="AD" clId="Web-{F75363C7-D1C7-E5AB-2F3D-CD65EE07C400}" dt="2026-06-27T01:16:58.344" v="210" actId="20577"/>
        <pc:sldMkLst>
          <pc:docMk/>
          <pc:sldMk cId="0" sldId="260"/>
        </pc:sldMkLst>
        <pc:spChg chg="mod">
          <ac:chgData name="Kaltenegger Sebastian - s2410307017" userId="S::s2410307017@fhooe.at::5c693a20-27c2-4451-ad9f-b842668d6de2" providerId="AD" clId="Web-{F75363C7-D1C7-E5AB-2F3D-CD65EE07C400}" dt="2026-06-27T00:43:30.483" v="57" actId="1076"/>
          <ac:spMkLst>
            <pc:docMk/>
            <pc:sldMk cId="0" sldId="260"/>
            <ac:spMk id="5" creationId="{00000000-0000-0000-0000-000000000000}"/>
          </ac:spMkLst>
        </pc:spChg>
        <pc:spChg chg="del">
          <ac:chgData name="Kaltenegger Sebastian - s2410307017" userId="S::s2410307017@fhooe.at::5c693a20-27c2-4451-ad9f-b842668d6de2" providerId="AD" clId="Web-{F75363C7-D1C7-E5AB-2F3D-CD65EE07C400}" dt="2026-06-27T00:52:24.657" v="156"/>
          <ac:spMkLst>
            <pc:docMk/>
            <pc:sldMk cId="0" sldId="260"/>
            <ac:spMk id="6" creationId="{00000000-0000-0000-0000-000000000000}"/>
          </ac:spMkLst>
        </pc:spChg>
        <pc:spChg chg="del mod">
          <ac:chgData name="Kaltenegger Sebastian - s2410307017" userId="S::s2410307017@fhooe.at::5c693a20-27c2-4451-ad9f-b842668d6de2" providerId="AD" clId="Web-{F75363C7-D1C7-E5AB-2F3D-CD65EE07C400}" dt="2026-06-27T00:52:23.188" v="155"/>
          <ac:spMkLst>
            <pc:docMk/>
            <pc:sldMk cId="0" sldId="260"/>
            <ac:spMk id="7" creationId="{00000000-0000-0000-0000-000000000000}"/>
          </ac:spMkLst>
        </pc:spChg>
        <pc:spChg chg="mod">
          <ac:chgData name="Kaltenegger Sebastian - s2410307017" userId="S::s2410307017@fhooe.at::5c693a20-27c2-4451-ad9f-b842668d6de2" providerId="AD" clId="Web-{F75363C7-D1C7-E5AB-2F3D-CD65EE07C400}" dt="2026-06-27T00:44:15.984" v="63" actId="20577"/>
          <ac:spMkLst>
            <pc:docMk/>
            <pc:sldMk cId="0" sldId="260"/>
            <ac:spMk id="8" creationId="{00000000-0000-0000-0000-000000000000}"/>
          </ac:spMkLst>
        </pc:spChg>
        <pc:spChg chg="del">
          <ac:chgData name="Kaltenegger Sebastian - s2410307017" userId="S::s2410307017@fhooe.at::5c693a20-27c2-4451-ad9f-b842668d6de2" providerId="AD" clId="Web-{F75363C7-D1C7-E5AB-2F3D-CD65EE07C400}" dt="2026-06-26T23:43:37.089" v="19"/>
          <ac:spMkLst>
            <pc:docMk/>
            <pc:sldMk cId="0" sldId="260"/>
            <ac:spMk id="9" creationId="{00000000-0000-0000-0000-000000000000}"/>
          </ac:spMkLst>
        </pc:spChg>
        <pc:spChg chg="add del">
          <ac:chgData name="Kaltenegger Sebastian - s2410307017" userId="S::s2410307017@fhooe.at::5c693a20-27c2-4451-ad9f-b842668d6de2" providerId="AD" clId="Web-{F75363C7-D1C7-E5AB-2F3D-CD65EE07C400}" dt="2026-06-27T00:42:48.997" v="48"/>
          <ac:spMkLst>
            <pc:docMk/>
            <pc:sldMk cId="0" sldId="260"/>
            <ac:spMk id="9" creationId="{6FE0DD37-F068-4DCA-458B-1E08A5C189A2}"/>
          </ac:spMkLst>
        </pc:spChg>
        <pc:spChg chg="del mod">
          <ac:chgData name="Kaltenegger Sebastian - s2410307017" userId="S::s2410307017@fhooe.at::5c693a20-27c2-4451-ad9f-b842668d6de2" providerId="AD" clId="Web-{F75363C7-D1C7-E5AB-2F3D-CD65EE07C400}" dt="2026-06-27T00:42:13.599" v="39"/>
          <ac:spMkLst>
            <pc:docMk/>
            <pc:sldMk cId="0" sldId="260"/>
            <ac:spMk id="10" creationId="{00000000-0000-0000-0000-000000000000}"/>
          </ac:spMkLst>
        </pc:spChg>
        <pc:spChg chg="del mod">
          <ac:chgData name="Kaltenegger Sebastian - s2410307017" userId="S::s2410307017@fhooe.at::5c693a20-27c2-4451-ad9f-b842668d6de2" providerId="AD" clId="Web-{F75363C7-D1C7-E5AB-2F3D-CD65EE07C400}" dt="2026-06-27T00:42:09.849" v="38"/>
          <ac:spMkLst>
            <pc:docMk/>
            <pc:sldMk cId="0" sldId="260"/>
            <ac:spMk id="11" creationId="{00000000-0000-0000-0000-000000000000}"/>
          </ac:spMkLst>
        </pc:spChg>
        <pc:spChg chg="add del mod">
          <ac:chgData name="Kaltenegger Sebastian - s2410307017" userId="S::s2410307017@fhooe.at::5c693a20-27c2-4451-ad9f-b842668d6de2" providerId="AD" clId="Web-{F75363C7-D1C7-E5AB-2F3D-CD65EE07C400}" dt="2026-06-27T00:42:29.418" v="44"/>
          <ac:spMkLst>
            <pc:docMk/>
            <pc:sldMk cId="0" sldId="260"/>
            <ac:spMk id="12" creationId="{00000000-0000-0000-0000-000000000000}"/>
          </ac:spMkLst>
        </pc:spChg>
        <pc:spChg chg="del mod">
          <ac:chgData name="Kaltenegger Sebastian - s2410307017" userId="S::s2410307017@fhooe.at::5c693a20-27c2-4451-ad9f-b842668d6de2" providerId="AD" clId="Web-{F75363C7-D1C7-E5AB-2F3D-CD65EE07C400}" dt="2026-06-27T00:42:07.224" v="37"/>
          <ac:spMkLst>
            <pc:docMk/>
            <pc:sldMk cId="0" sldId="260"/>
            <ac:spMk id="13" creationId="{00000000-0000-0000-0000-000000000000}"/>
          </ac:spMkLst>
        </pc:spChg>
        <pc:spChg chg="add del mod">
          <ac:chgData name="Kaltenegger Sebastian - s2410307017" userId="S::s2410307017@fhooe.at::5c693a20-27c2-4451-ad9f-b842668d6de2" providerId="AD" clId="Web-{F75363C7-D1C7-E5AB-2F3D-CD65EE07C400}" dt="2026-06-26T23:42:55.914" v="14"/>
          <ac:spMkLst>
            <pc:docMk/>
            <pc:sldMk cId="0" sldId="260"/>
            <ac:spMk id="14" creationId="{00000000-0000-0000-0000-000000000000}"/>
          </ac:spMkLst>
        </pc:spChg>
        <pc:spChg chg="add mod">
          <ac:chgData name="Kaltenegger Sebastian - s2410307017" userId="S::s2410307017@fhooe.at::5c693a20-27c2-4451-ad9f-b842668d6de2" providerId="AD" clId="Web-{F75363C7-D1C7-E5AB-2F3D-CD65EE07C400}" dt="2026-06-27T01:16:58.344" v="210" actId="20577"/>
          <ac:spMkLst>
            <pc:docMk/>
            <pc:sldMk cId="0" sldId="260"/>
            <ac:spMk id="14" creationId="{3837B6C2-D0B3-1393-58DE-F6B3C1B89EB9}"/>
          </ac:spMkLst>
        </pc:spChg>
        <pc:spChg chg="del">
          <ac:chgData name="Kaltenegger Sebastian - s2410307017" userId="S::s2410307017@fhooe.at::5c693a20-27c2-4451-ad9f-b842668d6de2" providerId="AD" clId="Web-{F75363C7-D1C7-E5AB-2F3D-CD65EE07C400}" dt="2026-06-26T23:42:59.258" v="15"/>
          <ac:spMkLst>
            <pc:docMk/>
            <pc:sldMk cId="0" sldId="260"/>
            <ac:spMk id="15" creationId="{00000000-0000-0000-0000-000000000000}"/>
          </ac:spMkLst>
        </pc:spChg>
        <pc:spChg chg="del">
          <ac:chgData name="Kaltenegger Sebastian - s2410307017" userId="S::s2410307017@fhooe.at::5c693a20-27c2-4451-ad9f-b842668d6de2" providerId="AD" clId="Web-{F75363C7-D1C7-E5AB-2F3D-CD65EE07C400}" dt="2026-06-26T23:43:04.258" v="16"/>
          <ac:spMkLst>
            <pc:docMk/>
            <pc:sldMk cId="0" sldId="260"/>
            <ac:spMk id="16" creationId="{00000000-0000-0000-0000-000000000000}"/>
          </ac:spMkLst>
        </pc:spChg>
        <pc:spChg chg="del">
          <ac:chgData name="Kaltenegger Sebastian - s2410307017" userId="S::s2410307017@fhooe.at::5c693a20-27c2-4451-ad9f-b842668d6de2" providerId="AD" clId="Web-{F75363C7-D1C7-E5AB-2F3D-CD65EE07C400}" dt="2026-06-26T23:43:07.633" v="17"/>
          <ac:spMkLst>
            <pc:docMk/>
            <pc:sldMk cId="0" sldId="260"/>
            <ac:spMk id="17" creationId="{00000000-0000-0000-0000-000000000000}"/>
          </ac:spMkLst>
        </pc:spChg>
        <pc:spChg chg="del">
          <ac:chgData name="Kaltenegger Sebastian - s2410307017" userId="S::s2410307017@fhooe.at::5c693a20-27c2-4451-ad9f-b842668d6de2" providerId="AD" clId="Web-{F75363C7-D1C7-E5AB-2F3D-CD65EE07C400}" dt="2026-06-26T23:43:09.977" v="18"/>
          <ac:spMkLst>
            <pc:docMk/>
            <pc:sldMk cId="0" sldId="260"/>
            <ac:spMk id="18" creationId="{00000000-0000-0000-0000-000000000000}"/>
          </ac:spMkLst>
        </pc:spChg>
        <pc:spChg chg="del">
          <ac:chgData name="Kaltenegger Sebastian - s2410307017" userId="S::s2410307017@fhooe.at::5c693a20-27c2-4451-ad9f-b842668d6de2" providerId="AD" clId="Web-{F75363C7-D1C7-E5AB-2F3D-CD65EE07C400}" dt="2026-06-27T00:52:28.642" v="157"/>
          <ac:spMkLst>
            <pc:docMk/>
            <pc:sldMk cId="0" sldId="260"/>
            <ac:spMk id="20" creationId="{00000000-0000-0000-0000-000000000000}"/>
          </ac:spMkLst>
        </pc:spChg>
        <pc:spChg chg="del mod">
          <ac:chgData name="Kaltenegger Sebastian - s2410307017" userId="S::s2410307017@fhooe.at::5c693a20-27c2-4451-ad9f-b842668d6de2" providerId="AD" clId="Web-{F75363C7-D1C7-E5AB-2F3D-CD65EE07C400}" dt="2026-06-27T00:52:32.642" v="159"/>
          <ac:spMkLst>
            <pc:docMk/>
            <pc:sldMk cId="0" sldId="260"/>
            <ac:spMk id="21" creationId="{00000000-0000-0000-0000-000000000000}"/>
          </ac:spMkLst>
        </pc:spChg>
      </pc:sldChg>
      <pc:sldChg chg="addSp delSp modSp add del ord">
        <pc:chgData name="Kaltenegger Sebastian - s2410307017" userId="S::s2410307017@fhooe.at::5c693a20-27c2-4451-ad9f-b842668d6de2" providerId="AD" clId="Web-{F75363C7-D1C7-E5AB-2F3D-CD65EE07C400}" dt="2026-06-27T01:10:37.113" v="195"/>
        <pc:sldMkLst>
          <pc:docMk/>
          <pc:sldMk cId="0" sldId="261"/>
        </pc:sldMkLst>
        <pc:spChg chg="ord">
          <ac:chgData name="Kaltenegger Sebastian - s2410307017" userId="S::s2410307017@fhooe.at::5c693a20-27c2-4451-ad9f-b842668d6de2" providerId="AD" clId="Web-{F75363C7-D1C7-E5AB-2F3D-CD65EE07C400}" dt="2026-06-27T00:48:36.306" v="117"/>
          <ac:spMkLst>
            <pc:docMk/>
            <pc:sldMk cId="0" sldId="261"/>
            <ac:spMk id="2" creationId="{00000000-0000-0000-0000-000000000000}"/>
          </ac:spMkLst>
        </pc:spChg>
        <pc:spChg chg="del">
          <ac:chgData name="Kaltenegger Sebastian - s2410307017" userId="S::s2410307017@fhooe.at::5c693a20-27c2-4451-ad9f-b842668d6de2" providerId="AD" clId="Web-{F75363C7-D1C7-E5AB-2F3D-CD65EE07C400}" dt="2026-06-27T00:44:31.688" v="65"/>
          <ac:spMkLst>
            <pc:docMk/>
            <pc:sldMk cId="0" sldId="261"/>
            <ac:spMk id="3" creationId="{00000000-0000-0000-0000-000000000000}"/>
          </ac:spMkLst>
        </pc:spChg>
        <pc:spChg chg="del">
          <ac:chgData name="Kaltenegger Sebastian - s2410307017" userId="S::s2410307017@fhooe.at::5c693a20-27c2-4451-ad9f-b842668d6de2" providerId="AD" clId="Web-{F75363C7-D1C7-E5AB-2F3D-CD65EE07C400}" dt="2026-06-26T23:50:57.002" v="20"/>
          <ac:spMkLst>
            <pc:docMk/>
            <pc:sldMk cId="0" sldId="261"/>
            <ac:spMk id="7" creationId="{00000000-0000-0000-0000-000000000000}"/>
          </ac:spMkLst>
        </pc:spChg>
        <pc:spChg chg="mod">
          <ac:chgData name="Kaltenegger Sebastian - s2410307017" userId="S::s2410307017@fhooe.at::5c693a20-27c2-4451-ad9f-b842668d6de2" providerId="AD" clId="Web-{F75363C7-D1C7-E5AB-2F3D-CD65EE07C400}" dt="2026-06-27T01:06:08.006" v="181" actId="20577"/>
          <ac:spMkLst>
            <pc:docMk/>
            <pc:sldMk cId="0" sldId="261"/>
            <ac:spMk id="8" creationId="{00000000-0000-0000-0000-000000000000}"/>
          </ac:spMkLst>
        </pc:spChg>
        <pc:spChg chg="add del ord">
          <ac:chgData name="Kaltenegger Sebastian - s2410307017" userId="S::s2410307017@fhooe.at::5c693a20-27c2-4451-ad9f-b842668d6de2" providerId="AD" clId="Web-{F75363C7-D1C7-E5AB-2F3D-CD65EE07C400}" dt="2026-06-27T00:48:26.149" v="114"/>
          <ac:spMkLst>
            <pc:docMk/>
            <pc:sldMk cId="0" sldId="261"/>
            <ac:spMk id="9" creationId="{9F99E45F-8514-98A7-62B8-3EB1663A9CBF}"/>
          </ac:spMkLst>
        </pc:spChg>
        <pc:spChg chg="mod">
          <ac:chgData name="Kaltenegger Sebastian - s2410307017" userId="S::s2410307017@fhooe.at::5c693a20-27c2-4451-ad9f-b842668d6de2" providerId="AD" clId="Web-{F75363C7-D1C7-E5AB-2F3D-CD65EE07C400}" dt="2026-06-27T01:06:45.898" v="192" actId="20577"/>
          <ac:spMkLst>
            <pc:docMk/>
            <pc:sldMk cId="0" sldId="261"/>
            <ac:spMk id="20" creationId="{00000000-0000-0000-0000-000000000000}"/>
          </ac:spMkLst>
        </pc:spChg>
        <pc:spChg chg="add ord">
          <ac:chgData name="Kaltenegger Sebastian - s2410307017" userId="S::s2410307017@fhooe.at::5c693a20-27c2-4451-ad9f-b842668d6de2" providerId="AD" clId="Web-{F75363C7-D1C7-E5AB-2F3D-CD65EE07C400}" dt="2026-06-27T00:48:32.415" v="116"/>
          <ac:spMkLst>
            <pc:docMk/>
            <pc:sldMk cId="0" sldId="261"/>
            <ac:spMk id="22" creationId="{3E536BBE-530B-C842-D955-9E886BC59966}"/>
          </ac:spMkLst>
        </pc:spChg>
      </pc:sldChg>
      <pc:sldChg chg="modSp">
        <pc:chgData name="Kaltenegger Sebastian - s2410307017" userId="S::s2410307017@fhooe.at::5c693a20-27c2-4451-ad9f-b842668d6de2" providerId="AD" clId="Web-{F75363C7-D1C7-E5AB-2F3D-CD65EE07C400}" dt="2026-06-27T00:46:46.021" v="95" actId="20577"/>
        <pc:sldMkLst>
          <pc:docMk/>
          <pc:sldMk cId="0" sldId="263"/>
        </pc:sldMkLst>
        <pc:spChg chg="mod">
          <ac:chgData name="Kaltenegger Sebastian - s2410307017" userId="S::s2410307017@fhooe.at::5c693a20-27c2-4451-ad9f-b842668d6de2" providerId="AD" clId="Web-{F75363C7-D1C7-E5AB-2F3D-CD65EE07C400}" dt="2026-06-27T00:46:07.535" v="87" actId="20577"/>
          <ac:spMkLst>
            <pc:docMk/>
            <pc:sldMk cId="0" sldId="263"/>
            <ac:spMk id="11" creationId="{00000000-0000-0000-0000-000000000000}"/>
          </ac:spMkLst>
        </pc:spChg>
        <pc:spChg chg="mod">
          <ac:chgData name="Kaltenegger Sebastian - s2410307017" userId="S::s2410307017@fhooe.at::5c693a20-27c2-4451-ad9f-b842668d6de2" providerId="AD" clId="Web-{F75363C7-D1C7-E5AB-2F3D-CD65EE07C400}" dt="2026-06-27T00:46:46.021" v="95" actId="20577"/>
          <ac:spMkLst>
            <pc:docMk/>
            <pc:sldMk cId="0" sldId="263"/>
            <ac:spMk id="13" creationId="{00000000-0000-0000-0000-000000000000}"/>
          </ac:spMkLst>
        </pc:spChg>
        <pc:spChg chg="mod">
          <ac:chgData name="Kaltenegger Sebastian - s2410307017" userId="S::s2410307017@fhooe.at::5c693a20-27c2-4451-ad9f-b842668d6de2" providerId="AD" clId="Web-{F75363C7-D1C7-E5AB-2F3D-CD65EE07C400}" dt="2026-06-27T00:46:03.582" v="85" actId="1076"/>
          <ac:spMkLst>
            <pc:docMk/>
            <pc:sldMk cId="0" sldId="263"/>
            <ac:spMk id="14" creationId="{00000000-0000-0000-0000-000000000000}"/>
          </ac:spMkLst>
        </pc:spChg>
        <pc:spChg chg="mod">
          <ac:chgData name="Kaltenegger Sebastian - s2410307017" userId="S::s2410307017@fhooe.at::5c693a20-27c2-4451-ad9f-b842668d6de2" providerId="AD" clId="Web-{F75363C7-D1C7-E5AB-2F3D-CD65EE07C400}" dt="2026-06-27T00:46:10.222" v="89" actId="20577"/>
          <ac:spMkLst>
            <pc:docMk/>
            <pc:sldMk cId="0" sldId="263"/>
            <ac:spMk id="15" creationId="{00000000-0000-0000-0000-000000000000}"/>
          </ac:spMkLst>
        </pc:spChg>
        <pc:spChg chg="mod">
          <ac:chgData name="Kaltenegger Sebastian - s2410307017" userId="S::s2410307017@fhooe.at::5c693a20-27c2-4451-ad9f-b842668d6de2" providerId="AD" clId="Web-{F75363C7-D1C7-E5AB-2F3D-CD65EE07C400}" dt="2026-06-27T00:46:34.942" v="92" actId="20577"/>
          <ac:spMkLst>
            <pc:docMk/>
            <pc:sldMk cId="0" sldId="263"/>
            <ac:spMk id="17" creationId="{00000000-0000-0000-0000-000000000000}"/>
          </ac:spMkLst>
        </pc:spChg>
        <pc:spChg chg="mod">
          <ac:chgData name="Kaltenegger Sebastian - s2410307017" userId="S::s2410307017@fhooe.at::5c693a20-27c2-4451-ad9f-b842668d6de2" providerId="AD" clId="Web-{F75363C7-D1C7-E5AB-2F3D-CD65EE07C400}" dt="2026-06-27T00:46:13.863" v="90" actId="20577"/>
          <ac:spMkLst>
            <pc:docMk/>
            <pc:sldMk cId="0" sldId="263"/>
            <ac:spMk id="19" creationId="{00000000-0000-0000-0000-000000000000}"/>
          </ac:spMkLst>
        </pc:spChg>
        <pc:spChg chg="mod">
          <ac:chgData name="Kaltenegger Sebastian - s2410307017" userId="S::s2410307017@fhooe.at::5c693a20-27c2-4451-ad9f-b842668d6de2" providerId="AD" clId="Web-{F75363C7-D1C7-E5AB-2F3D-CD65EE07C400}" dt="2026-06-27T00:46:44.083" v="94" actId="20577"/>
          <ac:spMkLst>
            <pc:docMk/>
            <pc:sldMk cId="0" sldId="263"/>
            <ac:spMk id="21" creationId="{00000000-0000-0000-0000-000000000000}"/>
          </ac:spMkLst>
        </pc:spChg>
      </pc:sldChg>
      <pc:sldChg chg="addSp modSp add del ord">
        <pc:chgData name="Kaltenegger Sebastian - s2410307017" userId="S::s2410307017@fhooe.at::5c693a20-27c2-4451-ad9f-b842668d6de2" providerId="AD" clId="Web-{F75363C7-D1C7-E5AB-2F3D-CD65EE07C400}" dt="2026-06-27T01:05:06.551" v="175" actId="20577"/>
        <pc:sldMkLst>
          <pc:docMk/>
          <pc:sldMk cId="0" sldId="264"/>
        </pc:sldMkLst>
        <pc:spChg chg="add mod">
          <ac:chgData name="Kaltenegger Sebastian - s2410307017" userId="S::s2410307017@fhooe.at::5c693a20-27c2-4451-ad9f-b842668d6de2" providerId="AD" clId="Web-{F75363C7-D1C7-E5AB-2F3D-CD65EE07C400}" dt="2026-06-27T00:46:58.099" v="97"/>
          <ac:spMkLst>
            <pc:docMk/>
            <pc:sldMk cId="0" sldId="264"/>
            <ac:spMk id="5" creationId="{AFD66727-AFAE-F573-02F5-37E77B2CECDE}"/>
          </ac:spMkLst>
        </pc:spChg>
        <pc:spChg chg="mod">
          <ac:chgData name="Kaltenegger Sebastian - s2410307017" userId="S::s2410307017@fhooe.at::5c693a20-27c2-4451-ad9f-b842668d6de2" providerId="AD" clId="Web-{F75363C7-D1C7-E5AB-2F3D-CD65EE07C400}" dt="2026-06-27T01:05:01.535" v="169" actId="20577"/>
          <ac:spMkLst>
            <pc:docMk/>
            <pc:sldMk cId="0" sldId="264"/>
            <ac:spMk id="8" creationId="{00000000-0000-0000-0000-000000000000}"/>
          </ac:spMkLst>
        </pc:spChg>
        <pc:spChg chg="mod">
          <ac:chgData name="Kaltenegger Sebastian - s2410307017" userId="S::s2410307017@fhooe.at::5c693a20-27c2-4451-ad9f-b842668d6de2" providerId="AD" clId="Web-{F75363C7-D1C7-E5AB-2F3D-CD65EE07C400}" dt="2026-06-27T01:05:04.817" v="174" actId="20577"/>
          <ac:spMkLst>
            <pc:docMk/>
            <pc:sldMk cId="0" sldId="264"/>
            <ac:spMk id="18" creationId="{00000000-0000-0000-0000-000000000000}"/>
          </ac:spMkLst>
        </pc:spChg>
        <pc:spChg chg="mod">
          <ac:chgData name="Kaltenegger Sebastian - s2410307017" userId="S::s2410307017@fhooe.at::5c693a20-27c2-4451-ad9f-b842668d6de2" providerId="AD" clId="Web-{F75363C7-D1C7-E5AB-2F3D-CD65EE07C400}" dt="2026-06-27T01:05:06.551" v="175" actId="20577"/>
          <ac:spMkLst>
            <pc:docMk/>
            <pc:sldMk cId="0" sldId="264"/>
            <ac:spMk id="28" creationId="{00000000-0000-0000-0000-000000000000}"/>
          </ac:spMkLst>
        </pc:spChg>
      </pc:sldChg>
      <pc:sldChg chg="addSp delSp modSp">
        <pc:chgData name="Kaltenegger Sebastian - s2410307017" userId="S::s2410307017@fhooe.at::5c693a20-27c2-4451-ad9f-b842668d6de2" providerId="AD" clId="Web-{F75363C7-D1C7-E5AB-2F3D-CD65EE07C400}" dt="2026-06-27T00:50:39.138" v="148" actId="20577"/>
        <pc:sldMkLst>
          <pc:docMk/>
          <pc:sldMk cId="0" sldId="266"/>
        </pc:sldMkLst>
        <pc:spChg chg="mod">
          <ac:chgData name="Kaltenegger Sebastian - s2410307017" userId="S::s2410307017@fhooe.at::5c693a20-27c2-4451-ad9f-b842668d6de2" providerId="AD" clId="Web-{F75363C7-D1C7-E5AB-2F3D-CD65EE07C400}" dt="2026-06-27T00:50:39.138" v="148" actId="20577"/>
          <ac:spMkLst>
            <pc:docMk/>
            <pc:sldMk cId="0" sldId="266"/>
            <ac:spMk id="9" creationId="{00000000-0000-0000-0000-000000000000}"/>
          </ac:spMkLst>
        </pc:spChg>
        <pc:spChg chg="mod">
          <ac:chgData name="Kaltenegger Sebastian - s2410307017" userId="S::s2410307017@fhooe.at::5c693a20-27c2-4451-ad9f-b842668d6de2" providerId="AD" clId="Web-{F75363C7-D1C7-E5AB-2F3D-CD65EE07C400}" dt="2026-06-27T00:50:39.044" v="146" actId="20577"/>
          <ac:spMkLst>
            <pc:docMk/>
            <pc:sldMk cId="0" sldId="266"/>
            <ac:spMk id="12" creationId="{00000000-0000-0000-0000-000000000000}"/>
          </ac:spMkLst>
        </pc:spChg>
        <pc:spChg chg="mod">
          <ac:chgData name="Kaltenegger Sebastian - s2410307017" userId="S::s2410307017@fhooe.at::5c693a20-27c2-4451-ad9f-b842668d6de2" providerId="AD" clId="Web-{F75363C7-D1C7-E5AB-2F3D-CD65EE07C400}" dt="2026-06-27T00:50:38.997" v="145" actId="20577"/>
          <ac:spMkLst>
            <pc:docMk/>
            <pc:sldMk cId="0" sldId="266"/>
            <ac:spMk id="13" creationId="{00000000-0000-0000-0000-000000000000}"/>
          </ac:spMkLst>
        </pc:spChg>
        <pc:spChg chg="mod">
          <ac:chgData name="Kaltenegger Sebastian - s2410307017" userId="S::s2410307017@fhooe.at::5c693a20-27c2-4451-ad9f-b842668d6de2" providerId="AD" clId="Web-{F75363C7-D1C7-E5AB-2F3D-CD65EE07C400}" dt="2026-06-27T00:50:39.091" v="147" actId="20577"/>
          <ac:spMkLst>
            <pc:docMk/>
            <pc:sldMk cId="0" sldId="266"/>
            <ac:spMk id="14" creationId="{00000000-0000-0000-0000-000000000000}"/>
          </ac:spMkLst>
        </pc:spChg>
        <pc:picChg chg="add del mod">
          <ac:chgData name="Kaltenegger Sebastian - s2410307017" userId="S::s2410307017@fhooe.at::5c693a20-27c2-4451-ad9f-b842668d6de2" providerId="AD" clId="Web-{F75363C7-D1C7-E5AB-2F3D-CD65EE07C400}" dt="2026-06-27T00:50:19.606" v="138"/>
          <ac:picMkLst>
            <pc:docMk/>
            <pc:sldMk cId="0" sldId="266"/>
            <ac:picMk id="5" creationId="{BE650EDF-8250-1A9D-56A9-BAD31C504FFD}"/>
          </ac:picMkLst>
        </pc:picChg>
        <pc:picChg chg="add del mod">
          <ac:chgData name="Kaltenegger Sebastian - s2410307017" userId="S::s2410307017@fhooe.at::5c693a20-27c2-4451-ad9f-b842668d6de2" providerId="AD" clId="Web-{F75363C7-D1C7-E5AB-2F3D-CD65EE07C400}" dt="2026-06-27T00:50:19.168" v="137"/>
          <ac:picMkLst>
            <pc:docMk/>
            <pc:sldMk cId="0" sldId="266"/>
            <ac:picMk id="7" creationId="{56B60636-7E6E-5F89-34D5-2C7357786E5B}"/>
          </ac:picMkLst>
        </pc:picChg>
      </pc:sldChg>
      <pc:sldChg chg="delSp modSp add del ord">
        <pc:chgData name="Kaltenegger Sebastian - s2410307017" userId="S::s2410307017@fhooe.at::5c693a20-27c2-4451-ad9f-b842668d6de2" providerId="AD" clId="Web-{F75363C7-D1C7-E5AB-2F3D-CD65EE07C400}" dt="2026-06-27T01:11:46.881" v="197" actId="20577"/>
        <pc:sldMkLst>
          <pc:docMk/>
          <pc:sldMk cId="0" sldId="267"/>
        </pc:sldMkLst>
        <pc:spChg chg="mod">
          <ac:chgData name="Kaltenegger Sebastian - s2410307017" userId="S::s2410307017@fhooe.at::5c693a20-27c2-4451-ad9f-b842668d6de2" providerId="AD" clId="Web-{F75363C7-D1C7-E5AB-2F3D-CD65EE07C400}" dt="2026-06-27T01:11:42.771" v="196" actId="20577"/>
          <ac:spMkLst>
            <pc:docMk/>
            <pc:sldMk cId="0" sldId="267"/>
            <ac:spMk id="12" creationId="{00000000-0000-0000-0000-000000000000}"/>
          </ac:spMkLst>
        </pc:spChg>
        <pc:spChg chg="del">
          <ac:chgData name="Kaltenegger Sebastian - s2410307017" userId="S::s2410307017@fhooe.at::5c693a20-27c2-4451-ad9f-b842668d6de2" providerId="AD" clId="Web-{F75363C7-D1C7-E5AB-2F3D-CD65EE07C400}" dt="2026-06-27T00:56:22.971" v="165"/>
          <ac:spMkLst>
            <pc:docMk/>
            <pc:sldMk cId="0" sldId="267"/>
            <ac:spMk id="13" creationId="{00000000-0000-0000-0000-000000000000}"/>
          </ac:spMkLst>
        </pc:spChg>
        <pc:spChg chg="mod">
          <ac:chgData name="Kaltenegger Sebastian - s2410307017" userId="S::s2410307017@fhooe.at::5c693a20-27c2-4451-ad9f-b842668d6de2" providerId="AD" clId="Web-{F75363C7-D1C7-E5AB-2F3D-CD65EE07C400}" dt="2026-06-27T01:11:46.881" v="197" actId="20577"/>
          <ac:spMkLst>
            <pc:docMk/>
            <pc:sldMk cId="0" sldId="267"/>
            <ac:spMk id="17" creationId="{00000000-0000-0000-0000-000000000000}"/>
          </ac:spMkLst>
        </pc:spChg>
        <pc:spChg chg="del">
          <ac:chgData name="Kaltenegger Sebastian - s2410307017" userId="S::s2410307017@fhooe.at::5c693a20-27c2-4451-ad9f-b842668d6de2" providerId="AD" clId="Web-{F75363C7-D1C7-E5AB-2F3D-CD65EE07C400}" dt="2026-06-27T00:56:19.705" v="164"/>
          <ac:spMkLst>
            <pc:docMk/>
            <pc:sldMk cId="0" sldId="267"/>
            <ac:spMk id="18" creationId="{00000000-0000-0000-0000-000000000000}"/>
          </ac:spMkLst>
        </pc:spChg>
      </pc:sldChg>
      <pc:sldChg chg="add del ord">
        <pc:chgData name="Kaltenegger Sebastian - s2410307017" userId="S::s2410307017@fhooe.at::5c693a20-27c2-4451-ad9f-b842668d6de2" providerId="AD" clId="Web-{F75363C7-D1C7-E5AB-2F3D-CD65EE07C400}" dt="2026-06-27T00:51:54.219" v="153"/>
        <pc:sldMkLst>
          <pc:docMk/>
          <pc:sldMk cId="0" sldId="270"/>
        </pc:sldMkLst>
      </pc:sldChg>
      <pc:sldChg chg="addSp delSp modSp add del">
        <pc:chgData name="Kaltenegger Sebastian - s2410307017" userId="S::s2410307017@fhooe.at::5c693a20-27c2-4451-ad9f-b842668d6de2" providerId="AD" clId="Web-{F75363C7-D1C7-E5AB-2F3D-CD65EE07C400}" dt="2026-06-27T00:53:26.481" v="160"/>
        <pc:sldMkLst>
          <pc:docMk/>
          <pc:sldMk cId="241829784" sldId="272"/>
        </pc:sldMkLst>
        <pc:spChg chg="mod ord">
          <ac:chgData name="Kaltenegger Sebastian - s2410307017" userId="S::s2410307017@fhooe.at::5c693a20-27c2-4451-ad9f-b842668d6de2" providerId="AD" clId="Web-{F75363C7-D1C7-E5AB-2F3D-CD65EE07C400}" dt="2026-06-27T00:48:17.367" v="113"/>
          <ac:spMkLst>
            <pc:docMk/>
            <pc:sldMk cId="241829784" sldId="272"/>
            <ac:spMk id="2" creationId="{00000000-0000-0000-0000-000000000000}"/>
          </ac:spMkLst>
        </pc:spChg>
        <pc:spChg chg="add del">
          <ac:chgData name="Kaltenegger Sebastian - s2410307017" userId="S::s2410307017@fhooe.at::5c693a20-27c2-4451-ad9f-b842668d6de2" providerId="AD" clId="Web-{F75363C7-D1C7-E5AB-2F3D-CD65EE07C400}" dt="2026-06-27T00:47:52.273" v="108"/>
          <ac:spMkLst>
            <pc:docMk/>
            <pc:sldMk cId="241829784" sldId="272"/>
            <ac:spMk id="3" creationId="{00000000-0000-0000-0000-000000000000}"/>
          </ac:spMkLst>
        </pc:spChg>
        <pc:spChg chg="add del ord">
          <ac:chgData name="Kaltenegger Sebastian - s2410307017" userId="S::s2410307017@fhooe.at::5c693a20-27c2-4451-ad9f-b842668d6de2" providerId="AD" clId="Web-{F75363C7-D1C7-E5AB-2F3D-CD65EE07C400}" dt="2026-06-27T00:47:46.460" v="106"/>
          <ac:spMkLst>
            <pc:docMk/>
            <pc:sldMk cId="241829784" sldId="272"/>
            <ac:spMk id="6" creationId="{270679A4-9823-0316-6856-6148BBFAA280}"/>
          </ac:spMkLst>
        </pc:spChg>
        <pc:spChg chg="mod">
          <ac:chgData name="Kaltenegger Sebastian - s2410307017" userId="S::s2410307017@fhooe.at::5c693a20-27c2-4451-ad9f-b842668d6de2" providerId="AD" clId="Web-{F75363C7-D1C7-E5AB-2F3D-CD65EE07C400}" dt="2026-06-26T23:52:13.523" v="35" actId="1076"/>
          <ac:spMkLst>
            <pc:docMk/>
            <pc:sldMk cId="241829784" sldId="272"/>
            <ac:spMk id="10" creationId="{00000000-0000-0000-0000-000000000000}"/>
          </ac:spMkLst>
        </pc:spChg>
        <pc:spChg chg="add del">
          <ac:chgData name="Kaltenegger Sebastian - s2410307017" userId="S::s2410307017@fhooe.at::5c693a20-27c2-4451-ad9f-b842668d6de2" providerId="AD" clId="Web-{F75363C7-D1C7-E5AB-2F3D-CD65EE07C400}" dt="2026-06-26T23:52:14.648" v="36"/>
          <ac:spMkLst>
            <pc:docMk/>
            <pc:sldMk cId="241829784" sldId="272"/>
            <ac:spMk id="19" creationId="{00000000-0000-0000-0000-000000000000}"/>
          </ac:spMkLst>
        </pc:spChg>
        <pc:spChg chg="del">
          <ac:chgData name="Kaltenegger Sebastian - s2410307017" userId="S::s2410307017@fhooe.at::5c693a20-27c2-4451-ad9f-b842668d6de2" providerId="AD" clId="Web-{F75363C7-D1C7-E5AB-2F3D-CD65EE07C400}" dt="2026-06-26T23:51:17.785" v="23"/>
          <ac:spMkLst>
            <pc:docMk/>
            <pc:sldMk cId="241829784" sldId="272"/>
            <ac:spMk id="22" creationId="{00000000-0000-0000-0000-000000000000}"/>
          </ac:spMkLst>
        </pc:spChg>
        <pc:spChg chg="del">
          <ac:chgData name="Kaltenegger Sebastian - s2410307017" userId="S::s2410307017@fhooe.at::5c693a20-27c2-4451-ad9f-b842668d6de2" providerId="AD" clId="Web-{F75363C7-D1C7-E5AB-2F3D-CD65EE07C400}" dt="2026-06-26T23:51:24.707" v="26"/>
          <ac:spMkLst>
            <pc:docMk/>
            <pc:sldMk cId="241829784" sldId="272"/>
            <ac:spMk id="25" creationId="{00000000-0000-0000-0000-000000000000}"/>
          </ac:spMkLst>
        </pc:spChg>
        <pc:spChg chg="add del">
          <ac:chgData name="Kaltenegger Sebastian - s2410307017" userId="S::s2410307017@fhooe.at::5c693a20-27c2-4451-ad9f-b842668d6de2" providerId="AD" clId="Web-{F75363C7-D1C7-E5AB-2F3D-CD65EE07C400}" dt="2026-06-27T00:48:00.039" v="110"/>
          <ac:spMkLst>
            <pc:docMk/>
            <pc:sldMk cId="241829784" sldId="272"/>
            <ac:spMk id="25" creationId="{64A84642-14D8-9736-AD4E-42DAB3ABFAD8}"/>
          </ac:spMkLst>
        </pc:spChg>
        <pc:spChg chg="del">
          <ac:chgData name="Kaltenegger Sebastian - s2410307017" userId="S::s2410307017@fhooe.at::5c693a20-27c2-4451-ad9f-b842668d6de2" providerId="AD" clId="Web-{F75363C7-D1C7-E5AB-2F3D-CD65EE07C400}" dt="2026-06-26T23:51:20.394" v="25"/>
          <ac:spMkLst>
            <pc:docMk/>
            <pc:sldMk cId="241829784" sldId="272"/>
            <ac:spMk id="27" creationId="{00000000-0000-0000-0000-000000000000}"/>
          </ac:spMkLst>
        </pc:spChg>
        <pc:spChg chg="del">
          <ac:chgData name="Kaltenegger Sebastian - s2410307017" userId="S::s2410307017@fhooe.at::5c693a20-27c2-4451-ad9f-b842668d6de2" providerId="AD" clId="Web-{F75363C7-D1C7-E5AB-2F3D-CD65EE07C400}" dt="2026-06-26T23:51:25.020" v="27"/>
          <ac:spMkLst>
            <pc:docMk/>
            <pc:sldMk cId="241829784" sldId="272"/>
            <ac:spMk id="28" creationId="{00000000-0000-0000-0000-000000000000}"/>
          </ac:spMkLst>
        </pc:spChg>
        <pc:spChg chg="add ord">
          <ac:chgData name="Kaltenegger Sebastian - s2410307017" userId="S::s2410307017@fhooe.at::5c693a20-27c2-4451-ad9f-b842668d6de2" providerId="AD" clId="Web-{F75363C7-D1C7-E5AB-2F3D-CD65EE07C400}" dt="2026-06-27T00:48:11.742" v="112"/>
          <ac:spMkLst>
            <pc:docMk/>
            <pc:sldMk cId="241829784" sldId="272"/>
            <ac:spMk id="28" creationId="{12D1F1BC-4EB6-03BE-7761-528ABA2CA228}"/>
          </ac:spMkLst>
        </pc:spChg>
        <pc:spChg chg="del">
          <ac:chgData name="Kaltenegger Sebastian - s2410307017" userId="S::s2410307017@fhooe.at::5c693a20-27c2-4451-ad9f-b842668d6de2" providerId="AD" clId="Web-{F75363C7-D1C7-E5AB-2F3D-CD65EE07C400}" dt="2026-06-26T23:51:26.129" v="28"/>
          <ac:spMkLst>
            <pc:docMk/>
            <pc:sldMk cId="241829784" sldId="272"/>
            <ac:spMk id="31" creationId="{00000000-0000-0000-0000-000000000000}"/>
          </ac:spMkLst>
        </pc:spChg>
        <pc:spChg chg="del">
          <ac:chgData name="Kaltenegger Sebastian - s2410307017" userId="S::s2410307017@fhooe.at::5c693a20-27c2-4451-ad9f-b842668d6de2" providerId="AD" clId="Web-{F75363C7-D1C7-E5AB-2F3D-CD65EE07C400}" dt="2026-06-26T23:51:29.020" v="29"/>
          <ac:spMkLst>
            <pc:docMk/>
            <pc:sldMk cId="241829784" sldId="272"/>
            <ac:spMk id="34" creationId="{00000000-0000-0000-0000-000000000000}"/>
          </ac:spMkLst>
        </pc:spChg>
      </pc:sldChg>
      <pc:sldChg chg="delSp modSp add del">
        <pc:chgData name="Kaltenegger Sebastian - s2410307017" userId="S::s2410307017@fhooe.at::5c693a20-27c2-4451-ad9f-b842668d6de2" providerId="AD" clId="Web-{F75363C7-D1C7-E5AB-2F3D-CD65EE07C400}" dt="2026-06-27T01:04:40.675" v="166"/>
        <pc:sldMkLst>
          <pc:docMk/>
          <pc:sldMk cId="2430462592" sldId="273"/>
        </pc:sldMkLst>
        <pc:spChg chg="mod">
          <ac:chgData name="Kaltenegger Sebastian - s2410307017" userId="S::s2410307017@fhooe.at::5c693a20-27c2-4451-ad9f-b842668d6de2" providerId="AD" clId="Web-{F75363C7-D1C7-E5AB-2F3D-CD65EE07C400}" dt="2026-06-27T00:48:47.962" v="118" actId="20577"/>
          <ac:spMkLst>
            <pc:docMk/>
            <pc:sldMk cId="2430462592" sldId="273"/>
            <ac:spMk id="8" creationId="{00000000-0000-0000-0000-000000000000}"/>
          </ac:spMkLst>
        </pc:spChg>
        <pc:spChg chg="mod">
          <ac:chgData name="Kaltenegger Sebastian - s2410307017" userId="S::s2410307017@fhooe.at::5c693a20-27c2-4451-ad9f-b842668d6de2" providerId="AD" clId="Web-{F75363C7-D1C7-E5AB-2F3D-CD65EE07C400}" dt="2026-06-27T00:48:52.181" v="120" actId="20577"/>
          <ac:spMkLst>
            <pc:docMk/>
            <pc:sldMk cId="2430462592" sldId="273"/>
            <ac:spMk id="18" creationId="{00000000-0000-0000-0000-000000000000}"/>
          </ac:spMkLst>
        </pc:spChg>
        <pc:spChg chg="mod">
          <ac:chgData name="Kaltenegger Sebastian - s2410307017" userId="S::s2410307017@fhooe.at::5c693a20-27c2-4451-ad9f-b842668d6de2" providerId="AD" clId="Web-{F75363C7-D1C7-E5AB-2F3D-CD65EE07C400}" dt="2026-06-27T00:48:57.744" v="125" actId="20577"/>
          <ac:spMkLst>
            <pc:docMk/>
            <pc:sldMk cId="2430462592" sldId="273"/>
            <ac:spMk id="28" creationId="{00000000-0000-0000-0000-000000000000}"/>
          </ac:spMkLst>
        </pc:spChg>
        <pc:spChg chg="del">
          <ac:chgData name="Kaltenegger Sebastian - s2410307017" userId="S::s2410307017@fhooe.at::5c693a20-27c2-4451-ad9f-b842668d6de2" providerId="AD" clId="Web-{F75363C7-D1C7-E5AB-2F3D-CD65EE07C400}" dt="2026-06-27T00:49:02.916" v="126"/>
          <ac:spMkLst>
            <pc:docMk/>
            <pc:sldMk cId="2430462592" sldId="273"/>
            <ac:spMk id="34" creationId="{00000000-0000-0000-0000-000000000000}"/>
          </ac:spMkLst>
        </pc:spChg>
        <pc:spChg chg="del mod">
          <ac:chgData name="Kaltenegger Sebastian - s2410307017" userId="S::s2410307017@fhooe.at::5c693a20-27c2-4451-ad9f-b842668d6de2" providerId="AD" clId="Web-{F75363C7-D1C7-E5AB-2F3D-CD65EE07C400}" dt="2026-06-27T00:49:08.510" v="128"/>
          <ac:spMkLst>
            <pc:docMk/>
            <pc:sldMk cId="2430462592" sldId="273"/>
            <ac:spMk id="35" creationId="{00000000-0000-0000-0000-000000000000}"/>
          </ac:spMkLst>
        </pc:spChg>
        <pc:spChg chg="del">
          <ac:chgData name="Kaltenegger Sebastian - s2410307017" userId="S::s2410307017@fhooe.at::5c693a20-27c2-4451-ad9f-b842668d6de2" providerId="AD" clId="Web-{F75363C7-D1C7-E5AB-2F3D-CD65EE07C400}" dt="2026-06-27T00:49:11.666" v="129"/>
          <ac:spMkLst>
            <pc:docMk/>
            <pc:sldMk cId="2430462592" sldId="273"/>
            <ac:spMk id="3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4983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342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FA36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321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400" b="1" err="1">
                <a:solidFill>
                  <a:srgbClr val="FFFFFF"/>
                </a:solidFill>
              </a:rPr>
              <a:t>evcc</a:t>
            </a:r>
            <a:endParaRPr lang="en-US" sz="3400"/>
          </a:p>
        </p:txBody>
      </p:sp>
      <p:sp>
        <p:nvSpPr>
          <p:cNvPr id="5" name="Text 3"/>
          <p:cNvSpPr/>
          <p:nvPr/>
        </p:nvSpPr>
        <p:spPr>
          <a:xfrm>
            <a:off x="502920" y="361188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6FA361"/>
                </a:solidFill>
              </a:rPr>
              <a:t>WAT4 – Qualitätssicherung und Testen</a:t>
            </a:r>
            <a:endParaRPr lang="en-US" sz="1600"/>
          </a:p>
        </p:txBody>
      </p:sp>
      <p:sp>
        <p:nvSpPr>
          <p:cNvPr id="6" name="Shape 4"/>
          <p:cNvSpPr/>
          <p:nvPr/>
        </p:nvSpPr>
        <p:spPr>
          <a:xfrm>
            <a:off x="502920" y="4251960"/>
            <a:ext cx="2926080" cy="36576"/>
          </a:xfrm>
          <a:prstGeom prst="rect">
            <a:avLst/>
          </a:prstGeom>
          <a:solidFill>
            <a:srgbClr val="2C7A4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/>
          <p:nvPr/>
        </p:nvSpPr>
        <p:spPr>
          <a:xfrm>
            <a:off x="502920" y="4389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FFFFFF"/>
                </a:solidFill>
              </a:rPr>
              <a:t>Sebastian Kaltenegger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502920" y="47548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FFFFFF"/>
                </a:solidFill>
              </a:rPr>
              <a:t>Sebastian Moser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502920" y="612648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FA361"/>
                </a:solidFill>
              </a:rPr>
              <a:t>27. Juni 2026</a:t>
            </a:r>
            <a:endParaRPr 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2F7F4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342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</a:rPr>
              <a:t>Das getestete Projekt – evcc</a:t>
            </a:r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023360" cy="2651760"/>
          </a:xfrm>
          <a:prstGeom prst="roundRect">
            <a:avLst>
              <a:gd name="adj" fmla="val 2759"/>
            </a:avLst>
          </a:prstGeom>
          <a:solidFill>
            <a:srgbClr val="E3EDE7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6" name="Text 4"/>
          <p:cNvSpPr/>
          <p:nvPr/>
        </p:nvSpPr>
        <p:spPr>
          <a:xfrm>
            <a:off x="502920" y="126187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4342B"/>
                </a:solidFill>
              </a:rPr>
              <a:t>Was ist evcc?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502920" y="1719072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14342B"/>
                </a:solidFill>
              </a:rPr>
              <a:t>Open-Source Lademanager für Elektroautos
</a:t>
            </a:r>
            <a:r>
              <a:rPr lang="en-US" sz="600">
                <a:solidFill>
                  <a:srgbClr val="14342B"/>
                </a:solidFill>
              </a:rPr>
              <a:t>
</a:t>
            </a:r>
            <a:r>
              <a:rPr lang="en-US" sz="1200" b="1">
                <a:solidFill>
                  <a:srgbClr val="14342B"/>
                </a:solidFill>
              </a:rPr>
              <a:t>Frontend: </a:t>
            </a:r>
            <a:r>
              <a:rPr lang="en-US" sz="1200">
                <a:solidFill>
                  <a:srgbClr val="14342B"/>
                </a:solidFill>
              </a:rPr>
              <a:t>Vue 3 + TypeScript
</a:t>
            </a:r>
            <a:r>
              <a:rPr lang="en-US" sz="1200" b="1">
                <a:solidFill>
                  <a:srgbClr val="14342B"/>
                </a:solidFill>
              </a:rPr>
              <a:t>Backend: </a:t>
            </a:r>
            <a:r>
              <a:rPr lang="en-US" sz="1200">
                <a:solidFill>
                  <a:srgbClr val="14342B"/>
                </a:solidFill>
              </a:rPr>
              <a:t>Go – REST-API + WebSocket
</a:t>
            </a:r>
            <a:r>
              <a:rPr lang="en-US" sz="1200" b="1">
                <a:solidFill>
                  <a:srgbClr val="14342B"/>
                </a:solidFill>
              </a:rPr>
              <a:t>Datenhaltung: </a:t>
            </a:r>
            <a:r>
              <a:rPr lang="en-US" sz="1200">
                <a:solidFill>
                  <a:srgbClr val="14342B"/>
                </a:solidFill>
              </a:rPr>
              <a:t>SQLite (Ladesessions)
</a:t>
            </a:r>
            <a:r>
              <a:rPr lang="en-US" sz="1200" b="1">
                <a:solidFill>
                  <a:srgbClr val="14342B"/>
                </a:solidFill>
              </a:rPr>
              <a:t>Live-Daten: </a:t>
            </a:r>
            <a:r>
              <a:rPr lang="en-US" sz="1200">
                <a:solidFill>
                  <a:srgbClr val="14342B"/>
                </a:solidFill>
              </a:rPr>
              <a:t>WebSocket zu allen Clients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>
          <a:xfrm>
            <a:off x="4572000" y="1143000"/>
            <a:ext cx="4251960" cy="2651760"/>
          </a:xfrm>
          <a:prstGeom prst="roundRect">
            <a:avLst>
              <a:gd name="adj" fmla="val 2759"/>
            </a:avLst>
          </a:prstGeom>
          <a:solidFill>
            <a:srgbClr val="E3EDE7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9" name="Text 7"/>
          <p:cNvSpPr/>
          <p:nvPr/>
        </p:nvSpPr>
        <p:spPr>
          <a:xfrm>
            <a:off x="4754880" y="12618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4342B"/>
                </a:solidFill>
              </a:rPr>
              <a:t>Kernfunktionen</a:t>
            </a:r>
            <a:endParaRPr lang="en-US" sz="1500"/>
          </a:p>
        </p:txBody>
      </p:sp>
      <p:sp>
        <p:nvSpPr>
          <p:cNvPr id="10" name="Text 8"/>
          <p:cNvSpPr/>
          <p:nvPr/>
        </p:nvSpPr>
        <p:spPr>
          <a:xfrm>
            <a:off x="4754880" y="1719072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4342B"/>
                </a:solidFill>
              </a:rPr>
              <a:t>Dynamischer Stromtarif
</a:t>
            </a:r>
            <a:r>
              <a:rPr lang="en-US" sz="1100">
                <a:solidFill>
                  <a:srgbClr val="587067"/>
                </a:solidFill>
              </a:rPr>
              <a:t>Laden wenn Strom günstig ist
</a:t>
            </a:r>
            <a:r>
              <a:rPr lang="en-US" sz="500">
                <a:solidFill>
                  <a:srgbClr val="14342B"/>
                </a:solidFill>
              </a:rPr>
              <a:t>
</a:t>
            </a:r>
            <a:r>
              <a:rPr lang="en-US" sz="1200" b="1">
                <a:solidFill>
                  <a:srgbClr val="14342B"/>
                </a:solidFill>
              </a:rPr>
              <a:t>Solar-Forecast
</a:t>
            </a:r>
            <a:r>
              <a:rPr lang="en-US" sz="1100">
                <a:solidFill>
                  <a:srgbClr val="587067"/>
                </a:solidFill>
              </a:rPr>
              <a:t>PV-Überschuss optimal nutzen
</a:t>
            </a:r>
            <a:r>
              <a:rPr lang="en-US" sz="500">
                <a:solidFill>
                  <a:srgbClr val="14342B"/>
                </a:solidFill>
              </a:rPr>
              <a:t>
</a:t>
            </a:r>
            <a:r>
              <a:rPr lang="en-US" sz="1200" b="1">
                <a:solidFill>
                  <a:srgbClr val="14342B"/>
                </a:solidFill>
              </a:rPr>
              <a:t>Ladeplanung
</a:t>
            </a:r>
            <a:r>
              <a:rPr lang="en-US" sz="1100">
                <a:solidFill>
                  <a:srgbClr val="587067"/>
                </a:solidFill>
              </a:rPr>
              <a:t>Bis wann auf welchen Ladestand?
</a:t>
            </a:r>
            <a:r>
              <a:rPr lang="en-US" sz="500">
                <a:solidFill>
                  <a:srgbClr val="14342B"/>
                </a:solidFill>
              </a:rPr>
              <a:t>
</a:t>
            </a:r>
            <a:r>
              <a:rPr lang="en-US" sz="1200" b="1">
                <a:solidFill>
                  <a:srgbClr val="14342B"/>
                </a:solidFill>
              </a:rPr>
              <a:t>Multi-Ladepunkt
</a:t>
            </a:r>
            <a:r>
              <a:rPr lang="en-US" sz="1100">
                <a:solidFill>
                  <a:srgbClr val="587067"/>
                </a:solidFill>
              </a:rPr>
              <a:t>Mehrere Wallboxen parallel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502920" y="448056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342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</a:rPr>
              <a:t>Eingesetzte Test-Frameworks</a:t>
            </a:r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8092440" y="14447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</a:rPr>
              <a:t>K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8595360" cy="960120"/>
          </a:xfrm>
          <a:prstGeom prst="roundRect">
            <a:avLst>
              <a:gd name="adj" fmla="val 7619"/>
            </a:avLst>
          </a:prstGeom>
          <a:solidFill>
            <a:srgbClr val="FEF3DC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2" name="Text 10"/>
          <p:cNvSpPr/>
          <p:nvPr/>
        </p:nvSpPr>
        <p:spPr>
          <a:xfrm>
            <a:off x="411480" y="1783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4342B"/>
                </a:solidFill>
              </a:rPr>
              <a:t>Vitest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411480" y="21945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87067"/>
                </a:solidFill>
              </a:rPr>
              <a:t>Unit-Tests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2194560" y="1947672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14342B"/>
                </a:solidFill>
              </a:rPr>
              <a:t>Standard </a:t>
            </a:r>
            <a:r>
              <a:rPr lang="en-US" sz="1250" err="1">
                <a:solidFill>
                  <a:srgbClr val="14342B"/>
                </a:solidFill>
              </a:rPr>
              <a:t>im</a:t>
            </a:r>
            <a:r>
              <a:rPr lang="en-US" sz="1250">
                <a:solidFill>
                  <a:srgbClr val="14342B"/>
                </a:solidFill>
              </a:rPr>
              <a:t> Projekt, Vite-Integration</a:t>
            </a:r>
            <a:endParaRPr lang="en-US" sz="1250"/>
          </a:p>
        </p:txBody>
      </p:sp>
      <p:sp>
        <p:nvSpPr>
          <p:cNvPr id="17" name="Shape 15"/>
          <p:cNvSpPr/>
          <p:nvPr/>
        </p:nvSpPr>
        <p:spPr>
          <a:xfrm>
            <a:off x="274320" y="2743200"/>
            <a:ext cx="8595360" cy="960120"/>
          </a:xfrm>
          <a:prstGeom prst="roundRect">
            <a:avLst>
              <a:gd name="adj" fmla="val 7619"/>
            </a:avLst>
          </a:prstGeom>
          <a:solidFill>
            <a:srgbClr val="E3EDE7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8" name="Text 16"/>
          <p:cNvSpPr/>
          <p:nvPr/>
        </p:nvSpPr>
        <p:spPr>
          <a:xfrm>
            <a:off x="411480" y="2834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4342B"/>
                </a:solidFill>
              </a:rPr>
              <a:t>Cypress</a:t>
            </a:r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411480" y="3246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87067"/>
                </a:solidFill>
              </a:rPr>
              <a:t>Integration Testing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2194560" y="2999232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14342B"/>
                </a:solidFill>
              </a:rPr>
              <a:t>Vue-</a:t>
            </a:r>
            <a:r>
              <a:rPr lang="en-US" sz="1250" err="1">
                <a:solidFill>
                  <a:srgbClr val="14342B"/>
                </a:solidFill>
              </a:rPr>
              <a:t>Komponenten</a:t>
            </a:r>
            <a:r>
              <a:rPr lang="en-US" sz="1250">
                <a:solidFill>
                  <a:srgbClr val="14342B"/>
                </a:solidFill>
              </a:rPr>
              <a:t> </a:t>
            </a:r>
            <a:r>
              <a:rPr lang="en-US" sz="1250" err="1">
                <a:solidFill>
                  <a:srgbClr val="14342B"/>
                </a:solidFill>
              </a:rPr>
              <a:t>im</a:t>
            </a:r>
            <a:r>
              <a:rPr lang="en-US" sz="1250">
                <a:solidFill>
                  <a:srgbClr val="14342B"/>
                </a:solidFill>
              </a:rPr>
              <a:t> Chromium</a:t>
            </a:r>
            <a:endParaRPr lang="en-US" sz="1250"/>
          </a:p>
        </p:txBody>
      </p:sp>
      <p:sp>
        <p:nvSpPr>
          <p:cNvPr id="25" name="Shape 23"/>
          <p:cNvSpPr/>
          <p:nvPr/>
        </p:nvSpPr>
        <p:spPr>
          <a:xfrm>
            <a:off x="274320" y="3794760"/>
            <a:ext cx="8595360" cy="960120"/>
          </a:xfrm>
          <a:prstGeom prst="roundRect">
            <a:avLst>
              <a:gd name="adj" fmla="val 7619"/>
            </a:avLst>
          </a:prstGeom>
          <a:solidFill>
            <a:srgbClr val="FEF3DC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6" name="Text 24"/>
          <p:cNvSpPr/>
          <p:nvPr/>
        </p:nvSpPr>
        <p:spPr>
          <a:xfrm>
            <a:off x="411480" y="3886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4342B"/>
                </a:solidFill>
              </a:rPr>
              <a:t>Playwright</a:t>
            </a:r>
            <a:endParaRPr lang="en-US" sz="1600"/>
          </a:p>
        </p:txBody>
      </p:sp>
      <p:sp>
        <p:nvSpPr>
          <p:cNvPr id="27" name="Text 25"/>
          <p:cNvSpPr/>
          <p:nvPr/>
        </p:nvSpPr>
        <p:spPr>
          <a:xfrm>
            <a:off x="411480" y="4297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87067"/>
                </a:solidFill>
              </a:rPr>
              <a:t>End-to-End</a:t>
            </a:r>
            <a:endParaRPr lang="en-US" sz="1100"/>
          </a:p>
        </p:txBody>
      </p:sp>
      <p:sp>
        <p:nvSpPr>
          <p:cNvPr id="28" name="Text 26"/>
          <p:cNvSpPr/>
          <p:nvPr/>
        </p:nvSpPr>
        <p:spPr>
          <a:xfrm>
            <a:off x="2194560" y="4050792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err="1">
                <a:solidFill>
                  <a:srgbClr val="14342B"/>
                </a:solidFill>
              </a:rPr>
              <a:t>Vollständige</a:t>
            </a:r>
            <a:r>
              <a:rPr lang="en-US" sz="1250">
                <a:solidFill>
                  <a:srgbClr val="14342B"/>
                </a:solidFill>
              </a:rPr>
              <a:t> Browser-Tests </a:t>
            </a:r>
            <a:r>
              <a:rPr lang="en-US" sz="1250" err="1">
                <a:solidFill>
                  <a:srgbClr val="14342B"/>
                </a:solidFill>
              </a:rPr>
              <a:t>gegen</a:t>
            </a:r>
            <a:r>
              <a:rPr lang="en-US" sz="1250">
                <a:solidFill>
                  <a:srgbClr val="14342B"/>
                </a:solidFill>
              </a:rPr>
              <a:t> </a:t>
            </a:r>
            <a:r>
              <a:rPr lang="en-US" sz="1250" err="1">
                <a:solidFill>
                  <a:srgbClr val="14342B"/>
                </a:solidFill>
              </a:rPr>
              <a:t>eine</a:t>
            </a:r>
            <a:r>
              <a:rPr lang="en-US" sz="1250">
                <a:solidFill>
                  <a:srgbClr val="14342B"/>
                </a:solidFill>
              </a:rPr>
              <a:t> </a:t>
            </a:r>
            <a:r>
              <a:rPr lang="en-US" sz="1250" err="1">
                <a:solidFill>
                  <a:srgbClr val="14342B"/>
                </a:solidFill>
              </a:rPr>
              <a:t>echte</a:t>
            </a:r>
            <a:r>
              <a:rPr lang="en-US" sz="1250">
                <a:solidFill>
                  <a:srgbClr val="14342B"/>
                </a:solidFill>
              </a:rPr>
              <a:t> </a:t>
            </a:r>
            <a:r>
              <a:rPr lang="en-US" sz="1250" err="1">
                <a:solidFill>
                  <a:srgbClr val="14342B"/>
                </a:solidFill>
              </a:rPr>
              <a:t>evcc</a:t>
            </a:r>
            <a:r>
              <a:rPr lang="en-US" sz="1250">
                <a:solidFill>
                  <a:srgbClr val="14342B"/>
                </a:solidFill>
              </a:rPr>
              <a:t> </a:t>
            </a:r>
            <a:r>
              <a:rPr lang="en-US" sz="1250" err="1">
                <a:solidFill>
                  <a:srgbClr val="14342B"/>
                </a:solidFill>
              </a:rPr>
              <a:t>Instanz</a:t>
            </a:r>
            <a:endParaRPr lang="en-US" sz="1250"/>
          </a:p>
        </p:txBody>
      </p:sp>
      <p:sp>
        <p:nvSpPr>
          <p:cNvPr id="33" name="Shape 31"/>
          <p:cNvSpPr/>
          <p:nvPr/>
        </p:nvSpPr>
        <p:spPr>
          <a:xfrm>
            <a:off x="274320" y="4846320"/>
            <a:ext cx="8595360" cy="960120"/>
          </a:xfrm>
          <a:prstGeom prst="roundRect">
            <a:avLst>
              <a:gd name="adj" fmla="val 7619"/>
            </a:avLst>
          </a:prstGeom>
          <a:solidFill>
            <a:srgbClr val="E3EDE7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4" name="Text 32"/>
          <p:cNvSpPr/>
          <p:nvPr/>
        </p:nvSpPr>
        <p:spPr>
          <a:xfrm>
            <a:off x="411480" y="49377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4342B"/>
                </a:solidFill>
              </a:rPr>
              <a:t>k6</a:t>
            </a:r>
            <a:endParaRPr lang="en-US" sz="1600"/>
          </a:p>
        </p:txBody>
      </p:sp>
      <p:sp>
        <p:nvSpPr>
          <p:cNvPr id="35" name="Text 33"/>
          <p:cNvSpPr/>
          <p:nvPr/>
        </p:nvSpPr>
        <p:spPr>
          <a:xfrm>
            <a:off x="411480" y="5349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87067"/>
                </a:solidFill>
              </a:rPr>
              <a:t>Last</a:t>
            </a:r>
            <a:endParaRPr lang="en-US" sz="1100"/>
          </a:p>
        </p:txBody>
      </p:sp>
      <p:sp>
        <p:nvSpPr>
          <p:cNvPr id="36" name="Text 34"/>
          <p:cNvSpPr/>
          <p:nvPr/>
        </p:nvSpPr>
        <p:spPr>
          <a:xfrm>
            <a:off x="2194560" y="5102352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14342B"/>
                </a:solidFill>
              </a:rPr>
              <a:t>VU-</a:t>
            </a:r>
            <a:r>
              <a:rPr lang="en-US" sz="1250" err="1">
                <a:solidFill>
                  <a:srgbClr val="14342B"/>
                </a:solidFill>
              </a:rPr>
              <a:t>basiert</a:t>
            </a:r>
            <a:r>
              <a:rPr lang="en-US" sz="1250">
                <a:solidFill>
                  <a:srgbClr val="14342B"/>
                </a:solidFill>
              </a:rPr>
              <a:t>, native Thresholds für p95 und </a:t>
            </a:r>
            <a:r>
              <a:rPr lang="en-US" sz="1250" err="1">
                <a:solidFill>
                  <a:srgbClr val="14342B"/>
                </a:solidFill>
              </a:rPr>
              <a:t>Fehlerrate</a:t>
            </a:r>
            <a:endParaRPr lang="en-US" sz="1250"/>
          </a:p>
        </p:txBody>
      </p:sp>
      <p:sp>
        <p:nvSpPr>
          <p:cNvPr id="38" name="Text 36"/>
          <p:cNvSpPr/>
          <p:nvPr/>
        </p:nvSpPr>
        <p:spPr>
          <a:xfrm>
            <a:off x="8092440" y="49560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2F7F4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342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</a:rPr>
              <a:t>Unit-Tests – </a:t>
            </a:r>
            <a:r>
              <a:rPr lang="en-US" sz="2400" b="1" err="1">
                <a:solidFill>
                  <a:srgbClr val="FFFFFF"/>
                </a:solidFill>
              </a:rPr>
              <a:t>Übersicht</a:t>
            </a:r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160520" cy="5212080"/>
          </a:xfrm>
          <a:prstGeom prst="roundRect">
            <a:avLst>
              <a:gd name="adj" fmla="val 1758"/>
            </a:avLst>
          </a:prstGeom>
          <a:solidFill>
            <a:srgbClr val="E3EDE7"/>
          </a:solidFill>
          <a:ln w="9525">
            <a:solidFill>
              <a:srgbClr val="C5D5CC"/>
            </a:solidFill>
            <a:prstDash val="solid"/>
          </a:ln>
        </p:spPr>
        <p:txBody>
          <a:bodyPr lIns="91440" tIns="45720" rIns="91440" bIns="45720" anchor="t"/>
          <a:lstStyle/>
          <a:p>
            <a:pPr marL="0" algn="l" rtl="0"/>
            <a:endParaRPr lang="de-AT" sz="1200">
              <a:ea typeface="Calibri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1261872"/>
            <a:ext cx="3474720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 b="1" err="1">
                <a:solidFill>
                  <a:srgbClr val="14342B"/>
                </a:solidFill>
              </a:rPr>
              <a:t>Kaltenegger</a:t>
            </a:r>
            <a:r>
              <a:rPr lang="en-US" sz="1400" b="1">
                <a:solidFill>
                  <a:srgbClr val="14342B"/>
                </a:solidFill>
              </a:rPr>
              <a:t> – 12 </a:t>
            </a:r>
            <a:r>
              <a:rPr lang="en-US" sz="1400" b="1" err="1">
                <a:solidFill>
                  <a:srgbClr val="14342B"/>
                </a:solidFill>
              </a:rPr>
              <a:t>Fälle</a:t>
            </a:r>
            <a:r>
              <a:rPr lang="en-US" sz="1400" b="1">
                <a:solidFill>
                  <a:srgbClr val="14342B"/>
                </a:solidFill>
              </a:rPr>
              <a:t> </a:t>
            </a:r>
            <a:endParaRPr lang="en-US" sz="1400"/>
          </a:p>
        </p:txBody>
      </p:sp>
      <p:sp>
        <p:nvSpPr>
          <p:cNvPr id="19" name="Shape 17"/>
          <p:cNvSpPr/>
          <p:nvPr/>
        </p:nvSpPr>
        <p:spPr>
          <a:xfrm>
            <a:off x="4709160" y="1143000"/>
            <a:ext cx="4160520" cy="5212080"/>
          </a:xfrm>
          <a:prstGeom prst="roundRect">
            <a:avLst>
              <a:gd name="adj" fmla="val 1758"/>
            </a:avLst>
          </a:prstGeom>
          <a:solidFill>
            <a:srgbClr val="FEF3DC"/>
          </a:solidFill>
          <a:ln w="9525">
            <a:solidFill>
              <a:srgbClr val="D9B86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2" name="Text 20"/>
          <p:cNvSpPr/>
          <p:nvPr/>
        </p:nvSpPr>
        <p:spPr>
          <a:xfrm>
            <a:off x="5257800" y="126187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4342B"/>
                </a:solidFill>
              </a:rPr>
              <a:t>Moser – 10 </a:t>
            </a:r>
            <a:r>
              <a:rPr lang="en-US" sz="1400" b="1" err="1">
                <a:solidFill>
                  <a:srgbClr val="14342B"/>
                </a:solidFill>
              </a:rPr>
              <a:t>Fälle</a:t>
            </a:r>
            <a:endParaRPr lang="en-US" sz="1400"/>
          </a:p>
        </p:txBody>
      </p:sp>
      <p:sp>
        <p:nvSpPr>
          <p:cNvPr id="24" name="Text 22"/>
          <p:cNvSpPr/>
          <p:nvPr/>
        </p:nvSpPr>
        <p:spPr>
          <a:xfrm>
            <a:off x="4937760" y="170992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err="1">
                <a:solidFill>
                  <a:srgbClr val="14342B"/>
                </a:solidFill>
              </a:rPr>
              <a:t>chargingPlanWarnings.test.ts</a:t>
            </a:r>
            <a:endParaRPr lang="en-US" sz="1300"/>
          </a:p>
        </p:txBody>
      </p:sp>
      <p:sp>
        <p:nvSpPr>
          <p:cNvPr id="25" name="Text 23"/>
          <p:cNvSpPr/>
          <p:nvPr/>
        </p:nvSpPr>
        <p:spPr>
          <a:xfrm>
            <a:off x="4937760" y="2061972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err="1">
                <a:solidFill>
                  <a:srgbClr val="14342B"/>
                </a:solidFill>
              </a:rPr>
              <a:t>Prüft</a:t>
            </a:r>
            <a:r>
              <a:rPr lang="en-US" sz="1200">
                <a:solidFill>
                  <a:srgbClr val="14342B"/>
                </a:solidFill>
              </a:rPr>
              <a:t> </a:t>
            </a:r>
            <a:r>
              <a:rPr lang="en-US" sz="1200" err="1">
                <a:solidFill>
                  <a:srgbClr val="14342B"/>
                </a:solidFill>
              </a:rPr>
              <a:t>Kombinationen</a:t>
            </a:r>
            <a:r>
              <a:rPr lang="en-US" sz="1200">
                <a:solidFill>
                  <a:srgbClr val="14342B"/>
                </a:solidFill>
              </a:rPr>
              <a:t>, </a:t>
            </a:r>
            <a:r>
              <a:rPr lang="en-US" sz="1200" err="1">
                <a:solidFill>
                  <a:srgbClr val="14342B"/>
                </a:solidFill>
              </a:rPr>
              <a:t>bei</a:t>
            </a:r>
            <a:r>
              <a:rPr lang="en-US" sz="1200">
                <a:solidFill>
                  <a:srgbClr val="14342B"/>
                </a:solidFill>
              </a:rPr>
              <a:t> </a:t>
            </a:r>
            <a:r>
              <a:rPr lang="en-US" sz="1200" err="1">
                <a:solidFill>
                  <a:srgbClr val="14342B"/>
                </a:solidFill>
              </a:rPr>
              <a:t>denen</a:t>
            </a:r>
            <a:r>
              <a:rPr lang="en-US" sz="1200">
                <a:solidFill>
                  <a:srgbClr val="14342B"/>
                </a:solidFill>
              </a:rPr>
              <a:t> </a:t>
            </a:r>
            <a:r>
              <a:rPr lang="en-US" sz="1200" err="1">
                <a:solidFill>
                  <a:srgbClr val="14342B"/>
                </a:solidFill>
              </a:rPr>
              <a:t>evcc</a:t>
            </a:r>
            <a:r>
              <a:rPr lang="en-US" sz="1200">
                <a:solidFill>
                  <a:srgbClr val="14342B"/>
                </a:solidFill>
              </a:rPr>
              <a:t> </a:t>
            </a:r>
            <a:r>
              <a:rPr lang="en-US" sz="1200" err="1">
                <a:solidFill>
                  <a:srgbClr val="14342B"/>
                </a:solidFill>
              </a:rPr>
              <a:t>eine</a:t>
            </a:r>
            <a:r>
              <a:rPr lang="en-US" sz="1200">
                <a:solidFill>
                  <a:srgbClr val="14342B"/>
                </a:solidFill>
              </a:rPr>
              <a:t> </a:t>
            </a:r>
            <a:r>
              <a:rPr lang="en-US" sz="1200" err="1">
                <a:solidFill>
                  <a:srgbClr val="14342B"/>
                </a:solidFill>
              </a:rPr>
              <a:t>Warnung</a:t>
            </a:r>
            <a:r>
              <a:rPr lang="en-US" sz="1200">
                <a:solidFill>
                  <a:srgbClr val="14342B"/>
                </a:solidFill>
              </a:rPr>
              <a:t> für </a:t>
            </a:r>
            <a:r>
              <a:rPr lang="en-US" sz="1200" err="1">
                <a:solidFill>
                  <a:srgbClr val="14342B"/>
                </a:solidFill>
              </a:rPr>
              <a:t>einen</a:t>
            </a:r>
            <a:r>
              <a:rPr lang="en-US" sz="1200">
                <a:solidFill>
                  <a:srgbClr val="14342B"/>
                </a:solidFill>
              </a:rPr>
              <a:t> nicht </a:t>
            </a:r>
            <a:r>
              <a:rPr lang="en-US" sz="1200" err="1">
                <a:solidFill>
                  <a:srgbClr val="14342B"/>
                </a:solidFill>
              </a:rPr>
              <a:t>erreichbaren</a:t>
            </a:r>
            <a:r>
              <a:rPr lang="en-US" sz="1200">
                <a:solidFill>
                  <a:srgbClr val="14342B"/>
                </a:solidFill>
              </a:rPr>
              <a:t> </a:t>
            </a:r>
            <a:r>
              <a:rPr lang="en-US" sz="1200" err="1">
                <a:solidFill>
                  <a:srgbClr val="14342B"/>
                </a:solidFill>
              </a:rPr>
              <a:t>Ladeplan</a:t>
            </a:r>
            <a:r>
              <a:rPr lang="en-US" sz="1200">
                <a:solidFill>
                  <a:srgbClr val="14342B"/>
                </a:solidFill>
              </a:rPr>
              <a:t> </a:t>
            </a:r>
            <a:r>
              <a:rPr lang="en-US" sz="1200" err="1">
                <a:solidFill>
                  <a:srgbClr val="14342B"/>
                </a:solidFill>
              </a:rPr>
              <a:t>ausgeben</a:t>
            </a:r>
            <a:r>
              <a:rPr lang="en-US" sz="1200">
                <a:solidFill>
                  <a:srgbClr val="14342B"/>
                </a:solidFill>
              </a:rPr>
              <a:t> </a:t>
            </a:r>
            <a:r>
              <a:rPr lang="en-US" sz="1200" err="1">
                <a:solidFill>
                  <a:srgbClr val="14342B"/>
                </a:solidFill>
              </a:rPr>
              <a:t>soll</a:t>
            </a:r>
            <a:r>
              <a:rPr lang="en-US" sz="1200">
                <a:solidFill>
                  <a:srgbClr val="14342B"/>
                </a:solidFill>
              </a:rPr>
              <a:t>:</a:t>
            </a:r>
            <a:endParaRPr lang="en-US" sz="1200"/>
          </a:p>
          <a:p>
            <a:pPr marL="0" indent="0">
              <a:buNone/>
            </a:pP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4342B"/>
                </a:solidFill>
              </a:rPr>
              <a:t>– Zu </a:t>
            </a:r>
            <a:r>
              <a:rPr lang="en-US" sz="1200" err="1">
                <a:solidFill>
                  <a:srgbClr val="14342B"/>
                </a:solidFill>
              </a:rPr>
              <a:t>kurze</a:t>
            </a:r>
            <a:r>
              <a:rPr lang="en-US" sz="1200">
                <a:solidFill>
                  <a:srgbClr val="14342B"/>
                </a:solidFill>
              </a:rPr>
              <a:t> </a:t>
            </a:r>
            <a:r>
              <a:rPr lang="en-US" sz="1200" err="1">
                <a:solidFill>
                  <a:srgbClr val="14342B"/>
                </a:solidFill>
              </a:rPr>
              <a:t>Ladezeit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4342B"/>
                </a:solidFill>
              </a:rPr>
              <a:t>– Zu </a:t>
            </a:r>
            <a:r>
              <a:rPr lang="en-US" sz="1200" err="1">
                <a:solidFill>
                  <a:srgbClr val="14342B"/>
                </a:solidFill>
              </a:rPr>
              <a:t>wenig</a:t>
            </a:r>
            <a:r>
              <a:rPr lang="en-US" sz="1200">
                <a:solidFill>
                  <a:srgbClr val="14342B"/>
                </a:solidFill>
              </a:rPr>
              <a:t> Energie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4342B"/>
                </a:solidFill>
              </a:rPr>
              <a:t>– </a:t>
            </a:r>
            <a:r>
              <a:rPr lang="en-US" sz="1200" err="1">
                <a:solidFill>
                  <a:srgbClr val="14342B"/>
                </a:solidFill>
              </a:rPr>
              <a:t>Unrealistischer</a:t>
            </a:r>
            <a:r>
              <a:rPr lang="en-US" sz="1200">
                <a:solidFill>
                  <a:srgbClr val="14342B"/>
                </a:solidFill>
              </a:rPr>
              <a:t> Ziel-SoC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4342B"/>
                </a:solidFill>
              </a:rPr>
              <a:t>– </a:t>
            </a:r>
            <a:r>
              <a:rPr lang="en-US" sz="1200" err="1">
                <a:solidFill>
                  <a:srgbClr val="14342B"/>
                </a:solidFill>
              </a:rPr>
              <a:t>Falscher</a:t>
            </a:r>
            <a:r>
              <a:rPr lang="en-US" sz="1200">
                <a:solidFill>
                  <a:srgbClr val="14342B"/>
                </a:solidFill>
              </a:rPr>
              <a:t> Modus für </a:t>
            </a:r>
            <a:r>
              <a:rPr lang="en-US" sz="1200" err="1">
                <a:solidFill>
                  <a:srgbClr val="14342B"/>
                </a:solidFill>
              </a:rPr>
              <a:t>Ladeplanung</a:t>
            </a:r>
            <a:endParaRPr lang="en-US" sz="12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37B6C2-D0B3-1393-58DE-F6B3C1B89EB9}"/>
              </a:ext>
            </a:extLst>
          </p:cNvPr>
          <p:cNvSpPr txBox="1"/>
          <p:nvPr/>
        </p:nvSpPr>
        <p:spPr>
          <a:xfrm>
            <a:off x="480675" y="1379735"/>
            <a:ext cx="3743135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de-AT" sz="1200">
              <a:solidFill>
                <a:srgbClr val="14342B"/>
              </a:solidFill>
              <a:ea typeface="Calibri"/>
              <a:cs typeface="Calibri"/>
            </a:endParaRPr>
          </a:p>
          <a:p>
            <a:endParaRPr lang="de-AT" sz="1200">
              <a:solidFill>
                <a:srgbClr val="14342B"/>
              </a:solidFill>
            </a:endParaRPr>
          </a:p>
          <a:p>
            <a:r>
              <a:rPr lang="de-AT" sz="1200">
                <a:solidFill>
                  <a:srgbClr val="14342B"/>
                </a:solidFill>
              </a:rPr>
              <a:t>– </a:t>
            </a:r>
            <a:r>
              <a:rPr lang="de-AT" sz="1200" err="1">
                <a:solidFill>
                  <a:srgbClr val="14342B"/>
                </a:solidFill>
              </a:rPr>
              <a:t>forecast.test.ts</a:t>
            </a:r>
            <a:r>
              <a:rPr lang="de-AT" sz="1200">
                <a:solidFill>
                  <a:srgbClr val="14342B"/>
                </a:solidFill>
              </a:rPr>
              <a:t>: günstigstes Ladefenster, statischer vs. dynamischer Tarif, PV-Prognose-Skalierung</a:t>
            </a:r>
            <a:endParaRPr lang="de-AT"/>
          </a:p>
          <a:p>
            <a:endParaRPr lang="de-AT" sz="1200">
              <a:solidFill>
                <a:srgbClr val="14342B"/>
              </a:solidFill>
              <a:ea typeface="Calibri"/>
              <a:cs typeface="Calibri"/>
            </a:endParaRPr>
          </a:p>
          <a:p>
            <a:r>
              <a:rPr lang="de-AT" sz="1200">
                <a:solidFill>
                  <a:srgbClr val="14342B"/>
                </a:solidFill>
              </a:rPr>
              <a:t>– </a:t>
            </a:r>
            <a:r>
              <a:rPr lang="de-AT" sz="1200" err="1">
                <a:solidFill>
                  <a:srgbClr val="14342B"/>
                </a:solidFill>
              </a:rPr>
              <a:t>tariffSlots.test.ts</a:t>
            </a:r>
            <a:r>
              <a:rPr lang="de-AT" sz="1200">
                <a:solidFill>
                  <a:srgbClr val="14342B"/>
                </a:solidFill>
              </a:rPr>
              <a:t>: Preisspanne berechnen, Tarif im Zeitfenster finden, 15-Minuten-Slots erzeugen</a:t>
            </a:r>
            <a:endParaRPr lang="de-AT"/>
          </a:p>
          <a:p>
            <a:endParaRPr lang="de-AT" sz="1200">
              <a:solidFill>
                <a:srgbClr val="14342B"/>
              </a:solidFill>
              <a:ea typeface="Calibri"/>
              <a:cs typeface="Calibri"/>
            </a:endParaRPr>
          </a:p>
          <a:p>
            <a:r>
              <a:rPr lang="de-AT" sz="1200">
                <a:solidFill>
                  <a:srgbClr val="14342B"/>
                </a:solidFill>
              </a:rPr>
              <a:t>– remote.test.ts: </a:t>
            </a:r>
            <a:r>
              <a:rPr lang="de-AT" sz="1200">
                <a:solidFill>
                  <a:srgbClr val="14342B"/>
                </a:solidFill>
                <a:latin typeface="Calibri"/>
                <a:ea typeface="Calibri"/>
                <a:cs typeface="Calibri"/>
              </a:rPr>
              <a:t>5-Minuten-Aktivitätsfenster</a:t>
            </a:r>
            <a:endParaRPr lang="de-AT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endParaRPr lang="de-AT" sz="1200">
              <a:solidFill>
                <a:srgbClr val="14342B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2F7F4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2" name="Shape 1">
            <a:extLst>
              <a:ext uri="{FF2B5EF4-FFF2-40B4-BE49-F238E27FC236}">
                <a16:creationId xmlns:a16="http://schemas.microsoft.com/office/drawing/2014/main" id="{3E536BBE-530B-C842-D955-9E886BC59966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342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</a:rPr>
              <a:t>Unit-Tests – Kaltenegger (Detail)</a:t>
            </a:r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8732520" y="3291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8595360" cy="603504"/>
          </a:xfrm>
          <a:prstGeom prst="roundRect">
            <a:avLst>
              <a:gd name="adj" fmla="val 4324"/>
            </a:avLst>
          </a:prstGeom>
          <a:solidFill>
            <a:srgbClr val="FEF3DC"/>
          </a:solidFill>
          <a:ln w="9525">
            <a:solidFill>
              <a:srgbClr val="D9B86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/>
          <p:nvPr/>
        </p:nvSpPr>
        <p:spPr>
          <a:xfrm>
            <a:off x="502920" y="1261872"/>
            <a:ext cx="804672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600" b="1" err="1">
                <a:solidFill>
                  <a:srgbClr val="14342B"/>
                </a:solidFill>
              </a:rPr>
              <a:t>Dateien</a:t>
            </a:r>
            <a:r>
              <a:rPr lang="en-US" sz="1600" b="1">
                <a:solidFill>
                  <a:srgbClr val="14342B"/>
                </a:solidFill>
              </a:rPr>
              <a:t>  –  12 </a:t>
            </a:r>
            <a:r>
              <a:rPr lang="en-US" sz="1600" b="1" err="1">
                <a:solidFill>
                  <a:srgbClr val="14342B"/>
                </a:solidFill>
              </a:rPr>
              <a:t>Testfälle</a:t>
            </a:r>
            <a:endParaRPr lang="en-US" sz="1600" err="1"/>
          </a:p>
        </p:txBody>
      </p:sp>
      <p:sp>
        <p:nvSpPr>
          <p:cNvPr id="10" name="Shape 8"/>
          <p:cNvSpPr/>
          <p:nvPr/>
        </p:nvSpPr>
        <p:spPr>
          <a:xfrm>
            <a:off x="274320" y="1883664"/>
            <a:ext cx="2743200" cy="3831336"/>
          </a:xfrm>
          <a:prstGeom prst="roundRect">
            <a:avLst>
              <a:gd name="adj" fmla="val 2667"/>
            </a:avLst>
          </a:prstGeom>
          <a:solidFill>
            <a:srgbClr val="E3EDE7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1" name="Text 9"/>
          <p:cNvSpPr/>
          <p:nvPr/>
        </p:nvSpPr>
        <p:spPr>
          <a:xfrm>
            <a:off x="411480" y="218541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4342B"/>
                </a:solidFill>
              </a:rPr>
              <a:t>forecast.test.ts – 5 Fälle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411480" y="2752344"/>
            <a:ext cx="2468880" cy="1920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err="1">
                <a:solidFill>
                  <a:srgbClr val="14342B"/>
                </a:solidFill>
              </a:rPr>
              <a:t>Falscher</a:t>
            </a:r>
            <a:r>
              <a:rPr lang="en-US" sz="1150">
                <a:solidFill>
                  <a:srgbClr val="14342B"/>
                </a:solidFill>
              </a:rPr>
              <a:t> Slot-Index = </a:t>
            </a:r>
            <a:r>
              <a:rPr lang="en-US" sz="1150" err="1">
                <a:solidFill>
                  <a:srgbClr val="14342B"/>
                </a:solidFill>
              </a:rPr>
              <a:t>Nutzer</a:t>
            </a:r>
            <a:r>
              <a:rPr lang="en-US" sz="1150">
                <a:solidFill>
                  <a:srgbClr val="14342B"/>
                </a:solidFill>
              </a:rPr>
              <a:t> </a:t>
            </a:r>
            <a:r>
              <a:rPr lang="en-US" sz="1150" err="1">
                <a:solidFill>
                  <a:srgbClr val="14342B"/>
                </a:solidFill>
              </a:rPr>
              <a:t>lädt</a:t>
            </a:r>
            <a:r>
              <a:rPr lang="en-US" sz="1150">
                <a:solidFill>
                  <a:srgbClr val="14342B"/>
                </a:solidFill>
              </a:rPr>
              <a:t> </a:t>
            </a:r>
            <a:r>
              <a:rPr lang="en-US" sz="1150" err="1">
                <a:solidFill>
                  <a:srgbClr val="14342B"/>
                </a:solidFill>
              </a:rPr>
              <a:t>teuer</a:t>
            </a:r>
            <a:r>
              <a:rPr lang="en-US" sz="1150">
                <a:solidFill>
                  <a:srgbClr val="14342B"/>
                </a:solidFill>
              </a:rPr>
              <a:t> </a:t>
            </a:r>
            <a:r>
              <a:rPr lang="en-US" sz="1150" err="1">
                <a:solidFill>
                  <a:srgbClr val="14342B"/>
                </a:solidFill>
              </a:rPr>
              <a:t>statt</a:t>
            </a:r>
            <a:r>
              <a:rPr lang="en-US" sz="1150">
                <a:solidFill>
                  <a:srgbClr val="14342B"/>
                </a:solidFill>
              </a:rPr>
              <a:t> </a:t>
            </a:r>
            <a:r>
              <a:rPr lang="en-US" sz="1150" err="1">
                <a:solidFill>
                  <a:srgbClr val="14342B"/>
                </a:solidFill>
              </a:rPr>
              <a:t>günstig</a:t>
            </a:r>
            <a:endParaRPr lang="en-US" sz="1150">
              <a:solidFill>
                <a:srgbClr val="14342B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50">
              <a:solidFill>
                <a:srgbClr val="14342B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err="1">
                <a:solidFill>
                  <a:srgbClr val="14342B"/>
                </a:solidFill>
              </a:rPr>
              <a:t>Falsche</a:t>
            </a:r>
            <a:r>
              <a:rPr lang="en-US" sz="1150">
                <a:solidFill>
                  <a:srgbClr val="14342B"/>
                </a:solidFill>
              </a:rPr>
              <a:t> Tarif-</a:t>
            </a:r>
            <a:r>
              <a:rPr lang="en-US" sz="1150" err="1">
                <a:solidFill>
                  <a:srgbClr val="14342B"/>
                </a:solidFill>
              </a:rPr>
              <a:t>Klassifikation</a:t>
            </a:r>
            <a:r>
              <a:rPr lang="en-US" sz="1150">
                <a:solidFill>
                  <a:srgbClr val="14342B"/>
                </a:solidFill>
              </a:rPr>
              <a:t> = Smart-</a:t>
            </a:r>
            <a:r>
              <a:rPr lang="en-US" sz="1150" err="1">
                <a:solidFill>
                  <a:srgbClr val="14342B"/>
                </a:solidFill>
              </a:rPr>
              <a:t>Planung</a:t>
            </a:r>
            <a:r>
              <a:rPr lang="en-US" sz="1150">
                <a:solidFill>
                  <a:srgbClr val="14342B"/>
                </a:solidFill>
              </a:rPr>
              <a:t> </a:t>
            </a:r>
            <a:r>
              <a:rPr lang="en-US" sz="1150" err="1">
                <a:solidFill>
                  <a:srgbClr val="14342B"/>
                </a:solidFill>
              </a:rPr>
              <a:t>wird</a:t>
            </a:r>
            <a:r>
              <a:rPr lang="en-US" sz="1150">
                <a:solidFill>
                  <a:srgbClr val="14342B"/>
                </a:solidFill>
              </a:rPr>
              <a:t> </a:t>
            </a:r>
            <a:r>
              <a:rPr lang="en-US" sz="1150" err="1">
                <a:solidFill>
                  <a:srgbClr val="14342B"/>
                </a:solidFill>
              </a:rPr>
              <a:t>falsch</a:t>
            </a:r>
            <a:r>
              <a:rPr lang="en-US" sz="1150">
                <a:solidFill>
                  <a:srgbClr val="14342B"/>
                </a:solidFill>
              </a:rPr>
              <a:t> </a:t>
            </a:r>
            <a:r>
              <a:rPr lang="en-US" sz="1150" err="1">
                <a:solidFill>
                  <a:srgbClr val="14342B"/>
                </a:solidFill>
              </a:rPr>
              <a:t>ein</a:t>
            </a:r>
            <a:r>
              <a:rPr lang="en-US" sz="1150">
                <a:solidFill>
                  <a:srgbClr val="14342B"/>
                </a:solidFill>
              </a:rPr>
              <a:t>-/</a:t>
            </a:r>
            <a:r>
              <a:rPr lang="en-US" sz="1150" err="1">
                <a:solidFill>
                  <a:srgbClr val="14342B"/>
                </a:solidFill>
              </a:rPr>
              <a:t>ausgeblendet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50">
              <a:solidFill>
                <a:srgbClr val="14342B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err="1">
                <a:solidFill>
                  <a:srgbClr val="14342B"/>
                </a:solidFill>
              </a:rPr>
              <a:t>Falsche</a:t>
            </a:r>
            <a:r>
              <a:rPr lang="en-US" sz="1150">
                <a:solidFill>
                  <a:srgbClr val="14342B"/>
                </a:solidFill>
              </a:rPr>
              <a:t> PV-</a:t>
            </a:r>
            <a:r>
              <a:rPr lang="en-US" sz="1150" err="1">
                <a:solidFill>
                  <a:srgbClr val="14342B"/>
                </a:solidFill>
              </a:rPr>
              <a:t>Skalierung</a:t>
            </a:r>
            <a:r>
              <a:rPr lang="en-US" sz="1150">
                <a:solidFill>
                  <a:srgbClr val="14342B"/>
                </a:solidFill>
              </a:rPr>
              <a:t> = </a:t>
            </a:r>
            <a:r>
              <a:rPr lang="en-US" sz="1150" err="1">
                <a:solidFill>
                  <a:srgbClr val="14342B"/>
                </a:solidFill>
              </a:rPr>
              <a:t>Solarüberschuss</a:t>
            </a:r>
            <a:r>
              <a:rPr lang="en-US" sz="1150">
                <a:solidFill>
                  <a:srgbClr val="14342B"/>
                </a:solidFill>
              </a:rPr>
              <a:t> </a:t>
            </a:r>
            <a:r>
              <a:rPr lang="en-US" sz="1150" err="1">
                <a:solidFill>
                  <a:srgbClr val="14342B"/>
                </a:solidFill>
              </a:rPr>
              <a:t>wird</a:t>
            </a:r>
            <a:r>
              <a:rPr lang="en-US" sz="1150">
                <a:solidFill>
                  <a:srgbClr val="14342B"/>
                </a:solidFill>
              </a:rPr>
              <a:t> nicht optimal </a:t>
            </a:r>
            <a:r>
              <a:rPr lang="en-US" sz="1150" err="1">
                <a:solidFill>
                  <a:srgbClr val="14342B"/>
                </a:solidFill>
              </a:rPr>
              <a:t>genutzt</a:t>
            </a:r>
            <a:endParaRPr lang="en-US" sz="1150">
              <a:solidFill>
                <a:srgbClr val="14342B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00400" y="1883664"/>
            <a:ext cx="2743200" cy="3831336"/>
          </a:xfrm>
          <a:prstGeom prst="roundRect">
            <a:avLst>
              <a:gd name="adj" fmla="val 2667"/>
            </a:avLst>
          </a:prstGeom>
          <a:solidFill>
            <a:srgbClr val="E3EDE7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4" name="Text 12"/>
          <p:cNvSpPr/>
          <p:nvPr/>
        </p:nvSpPr>
        <p:spPr>
          <a:xfrm>
            <a:off x="3383280" y="222199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4342B"/>
                </a:solidFill>
              </a:rPr>
              <a:t>tariffSlots.test.ts – 5 </a:t>
            </a:r>
            <a:r>
              <a:rPr lang="en-US" sz="1300" b="1" err="1">
                <a:solidFill>
                  <a:srgbClr val="14342B"/>
                </a:solidFill>
              </a:rPr>
              <a:t>Fälle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3383280" y="2788920"/>
            <a:ext cx="2468880" cy="1920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err="1"/>
              <a:t>Falsche</a:t>
            </a:r>
            <a:r>
              <a:rPr lang="en-US" sz="1150"/>
              <a:t> </a:t>
            </a:r>
            <a:r>
              <a:rPr lang="en-US" sz="1150" err="1"/>
              <a:t>Preisspanne</a:t>
            </a:r>
            <a:r>
              <a:rPr lang="en-US" sz="1150"/>
              <a:t> = Chart-</a:t>
            </a:r>
            <a:r>
              <a:rPr lang="en-US" sz="1150" err="1"/>
              <a:t>Achse</a:t>
            </a:r>
            <a:r>
              <a:rPr lang="en-US" sz="1150"/>
              <a:t> </a:t>
            </a:r>
            <a:r>
              <a:rPr lang="en-US" sz="1150" err="1"/>
              <a:t>zeigt</a:t>
            </a:r>
            <a:r>
              <a:rPr lang="en-US" sz="1150"/>
              <a:t> </a:t>
            </a:r>
            <a:r>
              <a:rPr lang="en-US" sz="1150" err="1"/>
              <a:t>falschen</a:t>
            </a:r>
            <a:r>
              <a:rPr lang="en-US" sz="1150"/>
              <a:t> </a:t>
            </a:r>
            <a:r>
              <a:rPr lang="en-US" sz="1150" err="1"/>
              <a:t>Bereich</a:t>
            </a:r>
            <a:endParaRPr lang="en-US" sz="115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5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err="1"/>
              <a:t>Falscher</a:t>
            </a:r>
            <a:r>
              <a:rPr lang="en-US" sz="1150"/>
              <a:t> </a:t>
            </a:r>
            <a:r>
              <a:rPr lang="en-US" sz="1150" err="1"/>
              <a:t>aktiver</a:t>
            </a:r>
            <a:r>
              <a:rPr lang="en-US" sz="1150"/>
              <a:t> Tarif = </a:t>
            </a:r>
            <a:r>
              <a:rPr lang="en-US" sz="1150" err="1"/>
              <a:t>Ladeentscheidung</a:t>
            </a:r>
            <a:r>
              <a:rPr lang="en-US" sz="1150"/>
              <a:t> </a:t>
            </a:r>
            <a:r>
              <a:rPr lang="en-US" sz="1150" err="1"/>
              <a:t>zum</a:t>
            </a:r>
            <a:r>
              <a:rPr lang="en-US" sz="1150"/>
              <a:t> </a:t>
            </a:r>
            <a:r>
              <a:rPr lang="en-US" sz="1150" err="1"/>
              <a:t>falschen</a:t>
            </a:r>
            <a:r>
              <a:rPr lang="en-US" sz="1150"/>
              <a:t> Preis</a:t>
            </a:r>
            <a:endParaRPr lang="en-US" sz="1150">
              <a:ea typeface="Calibri"/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5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err="1"/>
              <a:t>Fehlende</a:t>
            </a:r>
            <a:r>
              <a:rPr lang="en-US" sz="1150"/>
              <a:t> 15-Min-Slots = </a:t>
            </a:r>
            <a:r>
              <a:rPr lang="en-US" sz="1150" err="1"/>
              <a:t>lückenhafte</a:t>
            </a:r>
            <a:r>
              <a:rPr lang="en-US" sz="1150"/>
              <a:t> </a:t>
            </a:r>
            <a:r>
              <a:rPr lang="en-US" sz="1150" err="1"/>
              <a:t>Tarifanzeige</a:t>
            </a:r>
            <a:r>
              <a:rPr lang="en-US" sz="1150"/>
              <a:t> für den </a:t>
            </a:r>
            <a:r>
              <a:rPr lang="en-US" sz="1150" err="1"/>
              <a:t>Nutzer</a:t>
            </a:r>
            <a:endParaRPr lang="en-US" sz="1150"/>
          </a:p>
        </p:txBody>
      </p:sp>
      <p:sp>
        <p:nvSpPr>
          <p:cNvPr id="16" name="Shape 14"/>
          <p:cNvSpPr/>
          <p:nvPr/>
        </p:nvSpPr>
        <p:spPr>
          <a:xfrm>
            <a:off x="6126480" y="1883664"/>
            <a:ext cx="2743200" cy="3831336"/>
          </a:xfrm>
          <a:prstGeom prst="roundRect">
            <a:avLst>
              <a:gd name="adj" fmla="val 2667"/>
            </a:avLst>
          </a:prstGeom>
          <a:solidFill>
            <a:srgbClr val="E3EDE7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7" name="Text 15"/>
          <p:cNvSpPr/>
          <p:nvPr/>
        </p:nvSpPr>
        <p:spPr>
          <a:xfrm>
            <a:off x="6309360" y="222199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err="1">
                <a:solidFill>
                  <a:srgbClr val="14342B"/>
                </a:solidFill>
              </a:rPr>
              <a:t>remote.test.ts</a:t>
            </a:r>
            <a:r>
              <a:rPr lang="en-US" sz="1300" b="1">
                <a:solidFill>
                  <a:srgbClr val="14342B"/>
                </a:solidFill>
              </a:rPr>
              <a:t> – 2 Fälle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6309360" y="278892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err="1"/>
              <a:t>5-Min-Grenzwert falsch = sicherheitsrelevante Fehlklassifikation</a:t>
            </a:r>
            <a:endParaRPr lang="en-US" sz="1150"/>
          </a:p>
        </p:txBody>
      </p:sp>
      <p:sp>
        <p:nvSpPr>
          <p:cNvPr id="19" name="Shape 17"/>
          <p:cNvSpPr/>
          <p:nvPr/>
        </p:nvSpPr>
        <p:spPr>
          <a:xfrm>
            <a:off x="274320" y="5852160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D0E8DA"/>
          </a:solidFill>
          <a:ln w="9525">
            <a:solidFill>
              <a:srgbClr val="6FA361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0" name="Text 18"/>
          <p:cNvSpPr/>
          <p:nvPr/>
        </p:nvSpPr>
        <p:spPr>
          <a:xfrm>
            <a:off x="502920" y="5971032"/>
            <a:ext cx="822960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>
                <a:solidFill>
                  <a:srgbClr val="14342B"/>
                </a:solidFill>
              </a:rPr>
              <a:t>Alle </a:t>
            </a:r>
            <a:r>
              <a:rPr lang="en-US" sz="1200" err="1">
                <a:solidFill>
                  <a:srgbClr val="14342B"/>
                </a:solidFill>
              </a:rPr>
              <a:t>drei</a:t>
            </a:r>
            <a:r>
              <a:rPr lang="en-US" sz="1200">
                <a:solidFill>
                  <a:srgbClr val="14342B"/>
                </a:solidFill>
              </a:rPr>
              <a:t> Module </a:t>
            </a:r>
            <a:r>
              <a:rPr lang="en-US" sz="1200" err="1">
                <a:solidFill>
                  <a:srgbClr val="14342B"/>
                </a:solidFill>
              </a:rPr>
              <a:t>sind</a:t>
            </a:r>
            <a:r>
              <a:rPr lang="en-US" sz="1200">
                <a:solidFill>
                  <a:srgbClr val="14342B"/>
                </a:solidFill>
              </a:rPr>
              <a:t> pure </a:t>
            </a:r>
            <a:r>
              <a:rPr lang="en-US" sz="1200" err="1">
                <a:solidFill>
                  <a:srgbClr val="14342B"/>
                </a:solidFill>
              </a:rPr>
              <a:t>Funktionen</a:t>
            </a:r>
            <a:r>
              <a:rPr lang="en-US" sz="1200">
                <a:solidFill>
                  <a:srgbClr val="14342B"/>
                </a:solidFill>
              </a:rPr>
              <a:t>. Fehler in Tarif oder Forecast direkt </a:t>
            </a:r>
            <a:r>
              <a:rPr lang="en-US" sz="1200" err="1">
                <a:solidFill>
                  <a:srgbClr val="14342B"/>
                </a:solidFill>
              </a:rPr>
              <a:t>zu</a:t>
            </a:r>
            <a:r>
              <a:rPr lang="en-US" sz="1200">
                <a:solidFill>
                  <a:srgbClr val="14342B"/>
                </a:solidFill>
              </a:rPr>
              <a:t> </a:t>
            </a:r>
            <a:r>
              <a:rPr lang="en-US" sz="1200" err="1">
                <a:solidFill>
                  <a:srgbClr val="14342B"/>
                </a:solidFill>
              </a:rPr>
              <a:t>falschen</a:t>
            </a:r>
            <a:r>
              <a:rPr lang="en-US" sz="1200">
                <a:solidFill>
                  <a:srgbClr val="14342B"/>
                </a:solidFill>
              </a:rPr>
              <a:t> </a:t>
            </a:r>
            <a:r>
              <a:rPr lang="en-US" sz="1200" err="1">
                <a:solidFill>
                  <a:srgbClr val="14342B"/>
                </a:solidFill>
              </a:rPr>
              <a:t>Ladeentscheidungen</a:t>
            </a:r>
            <a:r>
              <a:rPr lang="en-US" sz="1200">
                <a:solidFill>
                  <a:srgbClr val="14342B"/>
                </a:solidFill>
              </a:rPr>
              <a:t>.</a:t>
            </a:r>
            <a:endParaRPr lang="en-US"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2F7F4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A87020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</a:rPr>
              <a:t>Unit-Tests – Moser (Detail)</a:t>
            </a:r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8732520" y="3291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8595360" cy="603504"/>
          </a:xfrm>
          <a:prstGeom prst="roundRect">
            <a:avLst>
              <a:gd name="adj" fmla="val 4324"/>
            </a:avLst>
          </a:prstGeom>
          <a:solidFill>
            <a:srgbClr val="FEF3DC"/>
          </a:solidFill>
          <a:ln w="9525">
            <a:solidFill>
              <a:srgbClr val="D9B86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/>
          <p:nvPr/>
        </p:nvSpPr>
        <p:spPr>
          <a:xfrm>
            <a:off x="502920" y="12618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4342B"/>
                </a:solidFill>
              </a:rPr>
              <a:t>chargingPlanWarnings.test.ts  –  10 Testfälle</a:t>
            </a:r>
            <a:endParaRPr lang="en-US" sz="1600"/>
          </a:p>
        </p:txBody>
      </p:sp>
      <p:sp>
        <p:nvSpPr>
          <p:cNvPr id="10" name="Shape 8"/>
          <p:cNvSpPr/>
          <p:nvPr/>
        </p:nvSpPr>
        <p:spPr>
          <a:xfrm>
            <a:off x="274320" y="1883664"/>
            <a:ext cx="2743200" cy="3831336"/>
          </a:xfrm>
          <a:prstGeom prst="roundRect">
            <a:avLst>
              <a:gd name="adj" fmla="val 2667"/>
            </a:avLst>
          </a:prstGeom>
          <a:solidFill>
            <a:srgbClr val="E3EDE7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1" name="Text 9"/>
          <p:cNvSpPr/>
          <p:nvPr/>
        </p:nvSpPr>
        <p:spPr>
          <a:xfrm>
            <a:off x="411480" y="218541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4342B"/>
                </a:solidFill>
              </a:rPr>
              <a:t>Case 1: Zu </a:t>
            </a:r>
            <a:r>
              <a:rPr lang="en-US" sz="1300" b="1" err="1">
                <a:solidFill>
                  <a:srgbClr val="14342B"/>
                </a:solidFill>
              </a:rPr>
              <a:t>kurze</a:t>
            </a:r>
            <a:r>
              <a:rPr lang="en-US" sz="1300" b="1">
                <a:solidFill>
                  <a:srgbClr val="14342B"/>
                </a:solidFill>
              </a:rPr>
              <a:t> </a:t>
            </a:r>
            <a:r>
              <a:rPr lang="en-US" sz="1300" b="1" err="1">
                <a:solidFill>
                  <a:srgbClr val="14342B"/>
                </a:solidFill>
              </a:rPr>
              <a:t>Ladezeit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411480" y="2752344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err="1">
                <a:solidFill>
                  <a:srgbClr val="14342B"/>
                </a:solidFill>
              </a:rPr>
              <a:t>Eingestelltes</a:t>
            </a:r>
            <a:r>
              <a:rPr lang="en-US" sz="1150">
                <a:solidFill>
                  <a:srgbClr val="14342B"/>
                </a:solidFill>
              </a:rPr>
              <a:t> </a:t>
            </a:r>
            <a:r>
              <a:rPr lang="en-US" sz="1150" err="1">
                <a:solidFill>
                  <a:srgbClr val="14342B"/>
                </a:solidFill>
              </a:rPr>
              <a:t>Ladeziel</a:t>
            </a:r>
            <a:r>
              <a:rPr lang="en-US" sz="1150">
                <a:solidFill>
                  <a:srgbClr val="14342B"/>
                </a:solidFill>
              </a:rPr>
              <a:t> bis </a:t>
            </a:r>
            <a:r>
              <a:rPr lang="en-US" sz="1150" err="1">
                <a:solidFill>
                  <a:srgbClr val="14342B"/>
                </a:solidFill>
              </a:rPr>
              <a:t>Abfahrt</a:t>
            </a:r>
            <a:r>
              <a:rPr lang="en-US" sz="1150">
                <a:solidFill>
                  <a:srgbClr val="14342B"/>
                </a:solidFill>
              </a:rPr>
              <a:t> nicht </a:t>
            </a:r>
            <a:r>
              <a:rPr lang="en-US" sz="1150" err="1">
                <a:solidFill>
                  <a:srgbClr val="14342B"/>
                </a:solidFill>
              </a:rPr>
              <a:t>erreichbar</a:t>
            </a:r>
            <a:endParaRPr lang="en-US" sz="1150">
              <a:solidFill>
                <a:srgbClr val="14342B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00400" y="1883664"/>
            <a:ext cx="2743200" cy="3831336"/>
          </a:xfrm>
          <a:prstGeom prst="roundRect">
            <a:avLst>
              <a:gd name="adj" fmla="val 2667"/>
            </a:avLst>
          </a:prstGeom>
          <a:solidFill>
            <a:srgbClr val="E3EDE7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4" name="Text 12"/>
          <p:cNvSpPr/>
          <p:nvPr/>
        </p:nvSpPr>
        <p:spPr>
          <a:xfrm>
            <a:off x="3383280" y="222199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4342B"/>
                </a:solidFill>
              </a:rPr>
              <a:t>Case 2: </a:t>
            </a:r>
            <a:r>
              <a:rPr lang="en-US" sz="1300" b="1" err="1">
                <a:solidFill>
                  <a:srgbClr val="14342B"/>
                </a:solidFill>
              </a:rPr>
              <a:t>Unrealistischer</a:t>
            </a:r>
            <a:r>
              <a:rPr lang="en-US" sz="1300" b="1">
                <a:solidFill>
                  <a:srgbClr val="14342B"/>
                </a:solidFill>
              </a:rPr>
              <a:t> SoC 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3383280" y="278892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/>
              <a:t>Ziel – SoC </a:t>
            </a:r>
            <a:r>
              <a:rPr lang="en-US" sz="1150" err="1"/>
              <a:t>ist</a:t>
            </a:r>
            <a:r>
              <a:rPr lang="en-US" sz="1150"/>
              <a:t> </a:t>
            </a:r>
            <a:r>
              <a:rPr lang="en-US" sz="1150" err="1"/>
              <a:t>höher</a:t>
            </a:r>
            <a:r>
              <a:rPr lang="en-US" sz="1150"/>
              <a:t> </a:t>
            </a:r>
            <a:r>
              <a:rPr lang="en-US" sz="1150" err="1"/>
              <a:t>als</a:t>
            </a:r>
            <a:r>
              <a:rPr lang="en-US" sz="1150"/>
              <a:t> das </a:t>
            </a:r>
            <a:r>
              <a:rPr lang="en-US" sz="1150" err="1"/>
              <a:t>Fahrzeug</a:t>
            </a:r>
            <a:r>
              <a:rPr lang="en-US" sz="1150"/>
              <a:t> Limit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50"/>
          </a:p>
        </p:txBody>
      </p:sp>
      <p:sp>
        <p:nvSpPr>
          <p:cNvPr id="16" name="Shape 14"/>
          <p:cNvSpPr/>
          <p:nvPr/>
        </p:nvSpPr>
        <p:spPr>
          <a:xfrm>
            <a:off x="6126480" y="1883664"/>
            <a:ext cx="2743200" cy="3831336"/>
          </a:xfrm>
          <a:prstGeom prst="roundRect">
            <a:avLst>
              <a:gd name="adj" fmla="val 2667"/>
            </a:avLst>
          </a:prstGeom>
          <a:solidFill>
            <a:srgbClr val="E3EDE7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7" name="Text 15"/>
          <p:cNvSpPr/>
          <p:nvPr/>
        </p:nvSpPr>
        <p:spPr>
          <a:xfrm>
            <a:off x="6309360" y="222199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4342B"/>
                </a:solidFill>
              </a:rPr>
              <a:t>Case 3: </a:t>
            </a:r>
            <a:r>
              <a:rPr lang="en-US" sz="1300" b="1" err="1">
                <a:solidFill>
                  <a:srgbClr val="14342B"/>
                </a:solidFill>
              </a:rPr>
              <a:t>Falscher</a:t>
            </a:r>
            <a:r>
              <a:rPr lang="en-US" sz="1300" b="1">
                <a:solidFill>
                  <a:srgbClr val="14342B"/>
                </a:solidFill>
              </a:rPr>
              <a:t> Modus für </a:t>
            </a:r>
            <a:r>
              <a:rPr lang="en-US" sz="1300" b="1" err="1">
                <a:solidFill>
                  <a:srgbClr val="14342B"/>
                </a:solidFill>
              </a:rPr>
              <a:t>Ladeplanung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6309360" y="278892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/>
              <a:t>Wenn </a:t>
            </a:r>
            <a:r>
              <a:rPr lang="en-US" sz="1150" err="1"/>
              <a:t>kein</a:t>
            </a:r>
            <a:r>
              <a:rPr lang="en-US" sz="1150"/>
              <a:t> PV-Modus </a:t>
            </a:r>
            <a:r>
              <a:rPr lang="en-US" sz="1150" err="1"/>
              <a:t>aktiv</a:t>
            </a:r>
            <a:r>
              <a:rPr lang="en-US" sz="1150"/>
              <a:t>, </a:t>
            </a:r>
            <a:r>
              <a:rPr lang="en-US" sz="1150" err="1"/>
              <a:t>wird</a:t>
            </a:r>
            <a:r>
              <a:rPr lang="en-US" sz="1150"/>
              <a:t> </a:t>
            </a:r>
            <a:r>
              <a:rPr lang="en-US" sz="1150" err="1"/>
              <a:t>Ladeplanung</a:t>
            </a:r>
            <a:r>
              <a:rPr lang="en-US" sz="1150"/>
              <a:t> </a:t>
            </a:r>
            <a:r>
              <a:rPr lang="en-US" sz="1150" err="1"/>
              <a:t>ignoriert</a:t>
            </a:r>
            <a:endParaRPr lang="en-US" sz="1150"/>
          </a:p>
        </p:txBody>
      </p:sp>
      <p:sp>
        <p:nvSpPr>
          <p:cNvPr id="19" name="Shape 17"/>
          <p:cNvSpPr/>
          <p:nvPr/>
        </p:nvSpPr>
        <p:spPr>
          <a:xfrm>
            <a:off x="274320" y="5852160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D0E8DA"/>
          </a:solidFill>
          <a:ln w="9525">
            <a:solidFill>
              <a:srgbClr val="6FA361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0" name="Text 18"/>
          <p:cNvSpPr/>
          <p:nvPr/>
        </p:nvSpPr>
        <p:spPr>
          <a:xfrm>
            <a:off x="502920" y="5971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err="1">
                <a:solidFill>
                  <a:srgbClr val="14342B"/>
                </a:solidFill>
              </a:rPr>
              <a:t>Warum</a:t>
            </a:r>
            <a:r>
              <a:rPr lang="en-US" sz="1200">
                <a:solidFill>
                  <a:srgbClr val="14342B"/>
                </a:solidFill>
              </a:rPr>
              <a:t> </a:t>
            </a:r>
            <a:r>
              <a:rPr lang="en-US" sz="1200" err="1">
                <a:solidFill>
                  <a:srgbClr val="14342B"/>
                </a:solidFill>
              </a:rPr>
              <a:t>wichtig</a:t>
            </a:r>
            <a:r>
              <a:rPr lang="en-US" sz="1200">
                <a:solidFill>
                  <a:srgbClr val="14342B"/>
                </a:solidFill>
              </a:rPr>
              <a:t>? </a:t>
            </a:r>
            <a:r>
              <a:rPr lang="en-US" sz="1200" err="1">
                <a:solidFill>
                  <a:srgbClr val="14342B"/>
                </a:solidFill>
              </a:rPr>
              <a:t>Ladeplanung</a:t>
            </a:r>
            <a:r>
              <a:rPr lang="en-US" sz="1200">
                <a:solidFill>
                  <a:srgbClr val="14342B"/>
                </a:solidFill>
              </a:rPr>
              <a:t> </a:t>
            </a:r>
            <a:r>
              <a:rPr lang="en-US" sz="1200" err="1">
                <a:solidFill>
                  <a:srgbClr val="14342B"/>
                </a:solidFill>
              </a:rPr>
              <a:t>ist</a:t>
            </a:r>
            <a:r>
              <a:rPr lang="en-US" sz="1200">
                <a:solidFill>
                  <a:srgbClr val="14342B"/>
                </a:solidFill>
              </a:rPr>
              <a:t> </a:t>
            </a:r>
            <a:r>
              <a:rPr lang="en-US" sz="1200" err="1">
                <a:solidFill>
                  <a:srgbClr val="14342B"/>
                </a:solidFill>
              </a:rPr>
              <a:t>ein</a:t>
            </a:r>
            <a:r>
              <a:rPr lang="en-US" sz="1200">
                <a:solidFill>
                  <a:srgbClr val="14342B"/>
                </a:solidFill>
              </a:rPr>
              <a:t> </a:t>
            </a:r>
            <a:r>
              <a:rPr lang="en-US" sz="1200" err="1">
                <a:solidFill>
                  <a:srgbClr val="14342B"/>
                </a:solidFill>
              </a:rPr>
              <a:t>Kernfeature</a:t>
            </a:r>
            <a:r>
              <a:rPr lang="en-US" sz="1200">
                <a:solidFill>
                  <a:srgbClr val="14342B"/>
                </a:solidFill>
              </a:rPr>
              <a:t> von </a:t>
            </a:r>
            <a:r>
              <a:rPr lang="en-US" sz="1200" err="1">
                <a:solidFill>
                  <a:srgbClr val="14342B"/>
                </a:solidFill>
              </a:rPr>
              <a:t>evcc</a:t>
            </a:r>
            <a:r>
              <a:rPr lang="en-US" sz="1200">
                <a:solidFill>
                  <a:srgbClr val="14342B"/>
                </a:solidFill>
              </a:rPr>
              <a:t>. </a:t>
            </a:r>
            <a:r>
              <a:rPr lang="en-US" sz="1200" err="1">
                <a:solidFill>
                  <a:srgbClr val="14342B"/>
                </a:solidFill>
              </a:rPr>
              <a:t>Fehlplanungen</a:t>
            </a:r>
            <a:r>
              <a:rPr lang="en-US" sz="1200">
                <a:solidFill>
                  <a:srgbClr val="14342B"/>
                </a:solidFill>
              </a:rPr>
              <a:t> </a:t>
            </a:r>
            <a:r>
              <a:rPr lang="en-US" sz="1200" err="1">
                <a:solidFill>
                  <a:srgbClr val="14342B"/>
                </a:solidFill>
              </a:rPr>
              <a:t>führen</a:t>
            </a:r>
            <a:r>
              <a:rPr lang="en-US" sz="1200">
                <a:solidFill>
                  <a:srgbClr val="14342B"/>
                </a:solidFill>
              </a:rPr>
              <a:t> </a:t>
            </a:r>
            <a:r>
              <a:rPr lang="en-US" sz="1200" err="1">
                <a:solidFill>
                  <a:srgbClr val="14342B"/>
                </a:solidFill>
              </a:rPr>
              <a:t>zu</a:t>
            </a:r>
            <a:r>
              <a:rPr lang="en-US" sz="1200">
                <a:solidFill>
                  <a:srgbClr val="14342B"/>
                </a:solidFill>
              </a:rPr>
              <a:t> </a:t>
            </a:r>
            <a:r>
              <a:rPr lang="en-US" sz="1200" err="1">
                <a:solidFill>
                  <a:srgbClr val="14342B"/>
                </a:solidFill>
              </a:rPr>
              <a:t>frustrieren</a:t>
            </a:r>
            <a:r>
              <a:rPr lang="en-US" sz="1200">
                <a:solidFill>
                  <a:srgbClr val="14342B"/>
                </a:solidFill>
              </a:rPr>
              <a:t> </a:t>
            </a:r>
            <a:r>
              <a:rPr lang="en-US" sz="1200" err="1">
                <a:solidFill>
                  <a:srgbClr val="14342B"/>
                </a:solidFill>
              </a:rPr>
              <a:t>Nutzern</a:t>
            </a:r>
            <a:endParaRPr lang="en-US" sz="1200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C158D350-AE5A-5897-ED3D-56AB9EE510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84498"/>
            <a:ext cx="2447998" cy="1029667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3AC767A5-0928-E8AE-0677-141EB35E2D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3284498"/>
            <a:ext cx="2468880" cy="1634329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63C7F255-0D94-38DD-DEDF-6256382A0D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0600" y="3278390"/>
            <a:ext cx="2471920" cy="10418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2F7F4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342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err="1">
                <a:solidFill>
                  <a:srgbClr val="FFFFFF"/>
                </a:solidFill>
              </a:rPr>
              <a:t>Integrationstests</a:t>
            </a:r>
            <a:r>
              <a:rPr lang="en-US" sz="2400" b="1">
                <a:solidFill>
                  <a:srgbClr val="FFFFFF"/>
                </a:solidFill>
              </a:rPr>
              <a:t> – </a:t>
            </a:r>
            <a:r>
              <a:rPr lang="en-US" sz="2400" b="1" err="1">
                <a:solidFill>
                  <a:srgbClr val="FFFFFF"/>
                </a:solidFill>
              </a:rPr>
              <a:t>Übersicht</a:t>
            </a:r>
            <a:endParaRPr lang="en-US" sz="2400"/>
          </a:p>
        </p:txBody>
      </p:sp>
      <p:sp>
        <p:nvSpPr>
          <p:cNvPr id="6" name="Shape 4"/>
          <p:cNvSpPr/>
          <p:nvPr/>
        </p:nvSpPr>
        <p:spPr>
          <a:xfrm>
            <a:off x="205740" y="1691640"/>
            <a:ext cx="4160520" cy="4206240"/>
          </a:xfrm>
          <a:prstGeom prst="roundRect">
            <a:avLst>
              <a:gd name="adj" fmla="val 1758"/>
            </a:avLst>
          </a:prstGeom>
          <a:solidFill>
            <a:srgbClr val="E3EDE7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9" name="Text 7"/>
          <p:cNvSpPr/>
          <p:nvPr/>
        </p:nvSpPr>
        <p:spPr>
          <a:xfrm>
            <a:off x="822960" y="18288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err="1">
                <a:solidFill>
                  <a:srgbClr val="14342B"/>
                </a:solidFill>
              </a:rPr>
              <a:t>Kaltenegger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411480" y="2359152"/>
            <a:ext cx="38404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1" name="Text 9"/>
          <p:cNvSpPr/>
          <p:nvPr/>
        </p:nvSpPr>
        <p:spPr>
          <a:xfrm>
            <a:off x="548640" y="2432304"/>
            <a:ext cx="228600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 err="1">
                <a:solidFill>
                  <a:srgbClr val="14342B"/>
                </a:solidFill>
              </a:rPr>
              <a:t>TariffChart</a:t>
            </a:r>
            <a:endParaRPr lang="en-US" sz="1200" err="1"/>
          </a:p>
        </p:txBody>
      </p:sp>
      <p:sp>
        <p:nvSpPr>
          <p:cNvPr id="13" name="Text 11"/>
          <p:cNvSpPr/>
          <p:nvPr/>
        </p:nvSpPr>
        <p:spPr>
          <a:xfrm>
            <a:off x="548640" y="2816352"/>
            <a:ext cx="347472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 err="1">
                <a:solidFill>
                  <a:srgbClr val="587067"/>
                </a:solidFill>
              </a:rPr>
              <a:t>Preisbalken</a:t>
            </a:r>
            <a:r>
              <a:rPr lang="en-US" sz="1100">
                <a:solidFill>
                  <a:srgbClr val="587067"/>
                </a:solidFill>
              </a:rPr>
              <a:t>, </a:t>
            </a:r>
            <a:r>
              <a:rPr lang="en-US" sz="1100" err="1">
                <a:solidFill>
                  <a:srgbClr val="587067"/>
                </a:solidFill>
              </a:rPr>
              <a:t>aktiv</a:t>
            </a:r>
            <a:r>
              <a:rPr lang="en-US" sz="1100">
                <a:solidFill>
                  <a:srgbClr val="587067"/>
                </a:solidFill>
              </a:rPr>
              <a:t>/warning</a:t>
            </a:r>
            <a:endParaRPr lang="en-US" sz="1100">
              <a:solidFill>
                <a:srgbClr val="587067"/>
              </a:solidFill>
              <a:ea typeface="Calibri"/>
              <a:cs typeface="Calibri"/>
            </a:endParaRPr>
          </a:p>
          <a:p>
            <a:pPr marL="0" indent="0">
              <a:buNone/>
            </a:pPr>
            <a:endParaRPr lang="en-US" sz="1100">
              <a:solidFill>
                <a:srgbClr val="587067"/>
              </a:solidFill>
              <a:ea typeface="Calibri"/>
              <a:cs typeface="Calibri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11480" y="3502152"/>
            <a:ext cx="38404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5" name="Text 13"/>
          <p:cNvSpPr/>
          <p:nvPr/>
        </p:nvSpPr>
        <p:spPr>
          <a:xfrm>
            <a:off x="548640" y="3575304"/>
            <a:ext cx="228600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 err="1">
                <a:solidFill>
                  <a:srgbClr val="14342B"/>
                </a:solidFill>
              </a:rPr>
              <a:t>DateNavigator</a:t>
            </a:r>
            <a:endParaRPr lang="en-US" sz="1200" err="1"/>
          </a:p>
        </p:txBody>
      </p:sp>
      <p:sp>
        <p:nvSpPr>
          <p:cNvPr id="17" name="Text 15"/>
          <p:cNvSpPr/>
          <p:nvPr/>
        </p:nvSpPr>
        <p:spPr>
          <a:xfrm>
            <a:off x="548640" y="3959352"/>
            <a:ext cx="347472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 err="1">
                <a:solidFill>
                  <a:srgbClr val="587067"/>
                </a:solidFill>
              </a:rPr>
              <a:t>Grenzen</a:t>
            </a:r>
            <a:r>
              <a:rPr lang="en-US" sz="1100">
                <a:solidFill>
                  <a:srgbClr val="587067"/>
                </a:solidFill>
              </a:rPr>
              <a:t> (alt/heute), Vor-/</a:t>
            </a:r>
            <a:r>
              <a:rPr lang="en-US" sz="1100" err="1">
                <a:solidFill>
                  <a:srgbClr val="587067"/>
                </a:solidFill>
              </a:rPr>
              <a:t>Rück</a:t>
            </a:r>
            <a:r>
              <a:rPr lang="en-US" sz="1100">
                <a:solidFill>
                  <a:srgbClr val="587067"/>
                </a:solidFill>
              </a:rPr>
              <a:t>-Event</a:t>
            </a:r>
            <a:endParaRPr lang="en-US"/>
          </a:p>
          <a:p>
            <a:pPr marL="0" indent="0">
              <a:buNone/>
            </a:pPr>
            <a:endParaRPr lang="en-US" sz="1100">
              <a:solidFill>
                <a:srgbClr val="587067"/>
              </a:solidFill>
              <a:ea typeface="Calibri"/>
              <a:cs typeface="Calibri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11480" y="4645152"/>
            <a:ext cx="38404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9" name="Text 17"/>
          <p:cNvSpPr/>
          <p:nvPr/>
        </p:nvSpPr>
        <p:spPr>
          <a:xfrm>
            <a:off x="548640" y="4718304"/>
            <a:ext cx="228600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 err="1">
                <a:solidFill>
                  <a:srgbClr val="14342B"/>
                </a:solidFill>
              </a:rPr>
              <a:t>SessionTable</a:t>
            </a:r>
            <a:endParaRPr lang="en-US" sz="1200" err="1"/>
          </a:p>
        </p:txBody>
      </p:sp>
      <p:sp>
        <p:nvSpPr>
          <p:cNvPr id="21" name="Text 19"/>
          <p:cNvSpPr/>
          <p:nvPr/>
        </p:nvSpPr>
        <p:spPr>
          <a:xfrm>
            <a:off x="548640" y="5102352"/>
            <a:ext cx="347472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>
                <a:solidFill>
                  <a:srgbClr val="587067"/>
                </a:solidFill>
              </a:rPr>
              <a:t>Leer-</a:t>
            </a:r>
            <a:r>
              <a:rPr lang="en-US" sz="1100" err="1">
                <a:solidFill>
                  <a:srgbClr val="587067"/>
                </a:solidFill>
              </a:rPr>
              <a:t>Hinweis</a:t>
            </a:r>
            <a:r>
              <a:rPr lang="en-US" sz="1100">
                <a:solidFill>
                  <a:srgbClr val="587067"/>
                </a:solidFill>
              </a:rPr>
              <a:t>, Zeile je Session, </a:t>
            </a:r>
            <a:r>
              <a:rPr lang="en-US" sz="1100" err="1">
                <a:solidFill>
                  <a:srgbClr val="587067"/>
                </a:solidFill>
              </a:rPr>
              <a:t>Fahrzeug</a:t>
            </a:r>
            <a:r>
              <a:rPr lang="en-US" sz="1100">
                <a:solidFill>
                  <a:srgbClr val="587067"/>
                </a:solidFill>
              </a:rPr>
              <a:t>/</a:t>
            </a:r>
            <a:r>
              <a:rPr lang="en-US" sz="1100" err="1">
                <a:solidFill>
                  <a:srgbClr val="587067"/>
                </a:solidFill>
              </a:rPr>
              <a:t>Ladepunkt</a:t>
            </a:r>
            <a:r>
              <a:rPr lang="en-US" sz="1100">
                <a:solidFill>
                  <a:srgbClr val="587067"/>
                </a:solidFill>
              </a:rPr>
              <a:t>, </a:t>
            </a:r>
            <a:r>
              <a:rPr lang="en-US" sz="1100" err="1">
                <a:solidFill>
                  <a:srgbClr val="587067"/>
                </a:solidFill>
              </a:rPr>
              <a:t>Reihenfolge</a:t>
            </a:r>
            <a:endParaRPr lang="en-US" err="1"/>
          </a:p>
          <a:p>
            <a:pPr marL="0" indent="0">
              <a:buNone/>
            </a:pPr>
            <a:endParaRPr lang="en-US" sz="1100">
              <a:solidFill>
                <a:srgbClr val="587067"/>
              </a:solidFill>
              <a:ea typeface="Calibri"/>
              <a:cs typeface="Calibri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709160" y="1691640"/>
            <a:ext cx="4160520" cy="4206240"/>
          </a:xfrm>
          <a:prstGeom prst="roundRect">
            <a:avLst>
              <a:gd name="adj" fmla="val 1758"/>
            </a:avLst>
          </a:prstGeom>
          <a:solidFill>
            <a:srgbClr val="FEF3DC"/>
          </a:solidFill>
          <a:ln w="9525">
            <a:solidFill>
              <a:srgbClr val="D9B86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5" name="Text 23"/>
          <p:cNvSpPr/>
          <p:nvPr/>
        </p:nvSpPr>
        <p:spPr>
          <a:xfrm>
            <a:off x="5257800" y="18288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4342B"/>
                </a:solidFill>
              </a:rPr>
              <a:t>Moser</a:t>
            </a:r>
            <a:endParaRPr lang="en-US" sz="1300"/>
          </a:p>
        </p:txBody>
      </p:sp>
      <p:sp>
        <p:nvSpPr>
          <p:cNvPr id="26" name="Shape 24"/>
          <p:cNvSpPr/>
          <p:nvPr/>
        </p:nvSpPr>
        <p:spPr>
          <a:xfrm>
            <a:off x="4846320" y="2359152"/>
            <a:ext cx="38404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7" name="Text 25"/>
          <p:cNvSpPr/>
          <p:nvPr/>
        </p:nvSpPr>
        <p:spPr>
          <a:xfrm>
            <a:off x="4983480" y="243230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err="1">
                <a:solidFill>
                  <a:srgbClr val="14342B"/>
                </a:solidFill>
              </a:rPr>
              <a:t>BatteryBoost</a:t>
            </a:r>
            <a:r>
              <a:rPr lang="en-US" sz="1200" b="1">
                <a:solidFill>
                  <a:srgbClr val="14342B"/>
                </a:solidFill>
              </a:rPr>
              <a:t> Button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4983480" y="281635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87067"/>
                </a:solidFill>
              </a:rPr>
              <a:t>Button klick </a:t>
            </a:r>
            <a:r>
              <a:rPr lang="en-US" sz="1100">
                <a:solidFill>
                  <a:srgbClr val="587067"/>
                </a:solidFill>
                <a:sym typeface="Wingdings" panose="05000000000000000000" pitchFamily="2" charset="2"/>
              </a:rPr>
              <a:t> </a:t>
            </a:r>
            <a:r>
              <a:rPr lang="en-US" sz="1100" err="1">
                <a:solidFill>
                  <a:srgbClr val="587067"/>
                </a:solidFill>
                <a:sym typeface="Wingdings" panose="05000000000000000000" pitchFamily="2" charset="2"/>
              </a:rPr>
              <a:t>Ladevorgang</a:t>
            </a:r>
            <a:r>
              <a:rPr lang="en-US" sz="1100">
                <a:solidFill>
                  <a:srgbClr val="587067"/>
                </a:solidFill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587067"/>
                </a:solidFill>
                <a:sym typeface="Wingdings" panose="05000000000000000000" pitchFamily="2" charset="2"/>
              </a:rPr>
              <a:t>startet</a:t>
            </a:r>
            <a:r>
              <a:rPr lang="en-US" sz="1100">
                <a:solidFill>
                  <a:srgbClr val="587067"/>
                </a:solidFill>
                <a:sym typeface="Wingdings" panose="05000000000000000000" pitchFamily="2" charset="2"/>
              </a:rPr>
              <a:t>  UI – </a:t>
            </a:r>
            <a:r>
              <a:rPr lang="en-US" sz="1100" err="1">
                <a:solidFill>
                  <a:srgbClr val="587067"/>
                </a:solidFill>
                <a:sym typeface="Wingdings" panose="05000000000000000000" pitchFamily="2" charset="2"/>
              </a:rPr>
              <a:t>Elemente</a:t>
            </a:r>
            <a:r>
              <a:rPr lang="en-US" sz="1100">
                <a:solidFill>
                  <a:srgbClr val="587067"/>
                </a:solidFill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587067"/>
                </a:solidFill>
                <a:sym typeface="Wingdings" panose="05000000000000000000" pitchFamily="2" charset="2"/>
              </a:rPr>
              <a:t>zeigen</a:t>
            </a:r>
            <a:r>
              <a:rPr lang="en-US" sz="1100">
                <a:solidFill>
                  <a:srgbClr val="587067"/>
                </a:solidFill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587067"/>
                </a:solidFill>
                <a:sym typeface="Wingdings" panose="05000000000000000000" pitchFamily="2" charset="2"/>
              </a:rPr>
              <a:t>aktiven</a:t>
            </a:r>
            <a:r>
              <a:rPr lang="en-US" sz="1100">
                <a:solidFill>
                  <a:srgbClr val="587067"/>
                </a:solidFill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587067"/>
                </a:solidFill>
                <a:sym typeface="Wingdings" panose="05000000000000000000" pitchFamily="2" charset="2"/>
              </a:rPr>
              <a:t>Ladevorgang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>
            <a:off x="4846320" y="3502152"/>
            <a:ext cx="38404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1" name="Text 29"/>
          <p:cNvSpPr/>
          <p:nvPr/>
        </p:nvSpPr>
        <p:spPr>
          <a:xfrm>
            <a:off x="4983480" y="357530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4342B"/>
                </a:solidFill>
              </a:rPr>
              <a:t>DeparturePlan</a:t>
            </a:r>
            <a:endParaRPr lang="en-US" sz="1200"/>
          </a:p>
        </p:txBody>
      </p:sp>
      <p:sp>
        <p:nvSpPr>
          <p:cNvPr id="33" name="Text 31"/>
          <p:cNvSpPr/>
          <p:nvPr/>
        </p:nvSpPr>
        <p:spPr>
          <a:xfrm>
            <a:off x="4983480" y="395935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err="1">
                <a:solidFill>
                  <a:srgbClr val="587067"/>
                </a:solidFill>
              </a:rPr>
              <a:t>DeparturePlan</a:t>
            </a:r>
            <a:r>
              <a:rPr lang="en-US" sz="1100">
                <a:solidFill>
                  <a:srgbClr val="587067"/>
                </a:solidFill>
              </a:rPr>
              <a:t> Dialog </a:t>
            </a:r>
            <a:r>
              <a:rPr lang="en-US" sz="1100">
                <a:solidFill>
                  <a:srgbClr val="587067"/>
                </a:solidFill>
                <a:sym typeface="Wingdings" panose="05000000000000000000" pitchFamily="2" charset="2"/>
              </a:rPr>
              <a:t> </a:t>
            </a:r>
            <a:r>
              <a:rPr lang="en-US" sz="1100" err="1">
                <a:solidFill>
                  <a:srgbClr val="587067"/>
                </a:solidFill>
                <a:sym typeface="Wingdings" panose="05000000000000000000" pitchFamily="2" charset="2"/>
              </a:rPr>
              <a:t>Ladeplan</a:t>
            </a:r>
            <a:r>
              <a:rPr lang="en-US" sz="1100">
                <a:solidFill>
                  <a:srgbClr val="587067"/>
                </a:solidFill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587067"/>
                </a:solidFill>
                <a:sym typeface="Wingdings" panose="05000000000000000000" pitchFamily="2" charset="2"/>
              </a:rPr>
              <a:t>erstellen</a:t>
            </a:r>
            <a:r>
              <a:rPr lang="en-US" sz="1100">
                <a:solidFill>
                  <a:srgbClr val="587067"/>
                </a:solidFill>
                <a:sym typeface="Wingdings" panose="05000000000000000000" pitchFamily="2" charset="2"/>
              </a:rPr>
              <a:t>  Plan </a:t>
            </a:r>
            <a:r>
              <a:rPr lang="en-US" sz="1100" err="1">
                <a:solidFill>
                  <a:srgbClr val="587067"/>
                </a:solidFill>
                <a:sym typeface="Wingdings" panose="05000000000000000000" pitchFamily="2" charset="2"/>
              </a:rPr>
              <a:t>wird</a:t>
            </a:r>
            <a:r>
              <a:rPr lang="en-US" sz="1100">
                <a:solidFill>
                  <a:srgbClr val="587067"/>
                </a:solidFill>
                <a:sym typeface="Wingdings" panose="05000000000000000000" pitchFamily="2" charset="2"/>
              </a:rPr>
              <a:t> in </a:t>
            </a:r>
            <a:r>
              <a:rPr lang="en-US" sz="1100" err="1">
                <a:solidFill>
                  <a:srgbClr val="587067"/>
                </a:solidFill>
                <a:sym typeface="Wingdings" panose="05000000000000000000" pitchFamily="2" charset="2"/>
              </a:rPr>
              <a:t>Fahrzeugansicht</a:t>
            </a:r>
            <a:r>
              <a:rPr lang="en-US" sz="1100">
                <a:solidFill>
                  <a:srgbClr val="587067"/>
                </a:solidFill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587067"/>
                </a:solidFill>
                <a:sym typeface="Wingdings" panose="05000000000000000000" pitchFamily="2" charset="2"/>
              </a:rPr>
              <a:t>angezeigt</a:t>
            </a:r>
            <a:endParaRPr lang="en-US" sz="1100"/>
          </a:p>
        </p:txBody>
      </p:sp>
      <p:sp>
        <p:nvSpPr>
          <p:cNvPr id="34" name="Shape 32"/>
          <p:cNvSpPr/>
          <p:nvPr/>
        </p:nvSpPr>
        <p:spPr>
          <a:xfrm>
            <a:off x="4846320" y="4645152"/>
            <a:ext cx="38404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5" name="Text 33"/>
          <p:cNvSpPr/>
          <p:nvPr/>
        </p:nvSpPr>
        <p:spPr>
          <a:xfrm>
            <a:off x="4983480" y="471830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4342B"/>
                </a:solidFill>
              </a:rPr>
              <a:t>MinSocCharging</a:t>
            </a:r>
            <a:endParaRPr lang="en-US" sz="1200"/>
          </a:p>
        </p:txBody>
      </p:sp>
      <p:sp>
        <p:nvSpPr>
          <p:cNvPr id="37" name="Text 35"/>
          <p:cNvSpPr/>
          <p:nvPr/>
        </p:nvSpPr>
        <p:spPr>
          <a:xfrm>
            <a:off x="4983480" y="510235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err="1">
                <a:solidFill>
                  <a:srgbClr val="587067"/>
                </a:solidFill>
              </a:rPr>
              <a:t>Fahrzeug</a:t>
            </a:r>
            <a:r>
              <a:rPr lang="en-US" sz="1100">
                <a:solidFill>
                  <a:srgbClr val="587067"/>
                </a:solidFill>
              </a:rPr>
              <a:t> </a:t>
            </a:r>
            <a:r>
              <a:rPr lang="en-US" sz="1100" err="1">
                <a:solidFill>
                  <a:srgbClr val="587067"/>
                </a:solidFill>
              </a:rPr>
              <a:t>angesteckt</a:t>
            </a:r>
            <a:r>
              <a:rPr lang="en-US" sz="1100">
                <a:solidFill>
                  <a:srgbClr val="587067"/>
                </a:solidFill>
              </a:rPr>
              <a:t> </a:t>
            </a:r>
            <a:r>
              <a:rPr lang="en-US" sz="1100">
                <a:solidFill>
                  <a:srgbClr val="587067"/>
                </a:solidFill>
                <a:sym typeface="Wingdings" panose="05000000000000000000" pitchFamily="2" charset="2"/>
              </a:rPr>
              <a:t> </a:t>
            </a:r>
            <a:r>
              <a:rPr lang="en-US" sz="1100" err="1">
                <a:solidFill>
                  <a:srgbClr val="587067"/>
                </a:solidFill>
                <a:sym typeface="Wingdings" panose="05000000000000000000" pitchFamily="2" charset="2"/>
              </a:rPr>
              <a:t>MinSoc</a:t>
            </a:r>
            <a:r>
              <a:rPr lang="en-US" sz="1100">
                <a:solidFill>
                  <a:srgbClr val="587067"/>
                </a:solidFill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587067"/>
                </a:solidFill>
                <a:sym typeface="Wingdings" panose="05000000000000000000" pitchFamily="2" charset="2"/>
              </a:rPr>
              <a:t>unterschritten</a:t>
            </a:r>
            <a:r>
              <a:rPr lang="en-US" sz="1100">
                <a:solidFill>
                  <a:srgbClr val="587067"/>
                </a:solidFill>
                <a:sym typeface="Wingdings" panose="05000000000000000000" pitchFamily="2" charset="2"/>
              </a:rPr>
              <a:t>  </a:t>
            </a:r>
            <a:r>
              <a:rPr lang="en-US" sz="1100" err="1">
                <a:solidFill>
                  <a:srgbClr val="587067"/>
                </a:solidFill>
                <a:sym typeface="Wingdings" panose="05000000000000000000" pitchFamily="2" charset="2"/>
              </a:rPr>
              <a:t>Ladung</a:t>
            </a:r>
            <a:r>
              <a:rPr lang="en-US" sz="1100">
                <a:solidFill>
                  <a:srgbClr val="587067"/>
                </a:solidFill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587067"/>
                </a:solidFill>
                <a:sym typeface="Wingdings" panose="05000000000000000000" pitchFamily="2" charset="2"/>
              </a:rPr>
              <a:t>gestartet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2F7F4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342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</a:rPr>
              <a:t>Integrationstests – Kaltenegger (Detail)</a:t>
            </a:r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8732520" y="3291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274320" y="1115568"/>
            <a:ext cx="8595360" cy="1691640"/>
          </a:xfrm>
          <a:prstGeom prst="roundRect">
            <a:avLst>
              <a:gd name="adj" fmla="val 4324"/>
            </a:avLst>
          </a:prstGeom>
          <a:solidFill>
            <a:srgbClr val="FEF3DC"/>
          </a:solidFill>
          <a:ln w="9525">
            <a:solidFill>
              <a:srgbClr val="D9B86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/>
          <p:nvPr/>
        </p:nvSpPr>
        <p:spPr>
          <a:xfrm>
            <a:off x="457200" y="1179576"/>
            <a:ext cx="6400800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50" b="1" err="1">
                <a:solidFill>
                  <a:srgbClr val="14342B"/>
                </a:solidFill>
              </a:rPr>
              <a:t>TariffChart</a:t>
            </a:r>
            <a:r>
              <a:rPr lang="en-US" sz="1350" b="1">
                <a:solidFill>
                  <a:srgbClr val="14342B"/>
                </a:solidFill>
              </a:rPr>
              <a:t>  –  4 </a:t>
            </a:r>
            <a:r>
              <a:rPr lang="en-US" sz="1350" b="1" err="1">
                <a:solidFill>
                  <a:srgbClr val="14342B"/>
                </a:solidFill>
              </a:rPr>
              <a:t>Fälle</a:t>
            </a:r>
            <a:endParaRPr lang="en-US" sz="1350" err="1"/>
          </a:p>
        </p:txBody>
      </p:sp>
      <p:sp>
        <p:nvSpPr>
          <p:cNvPr id="10" name="Text 8"/>
          <p:cNvSpPr/>
          <p:nvPr/>
        </p:nvSpPr>
        <p:spPr>
          <a:xfrm>
            <a:off x="457199" y="1572768"/>
            <a:ext cx="602672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4342B"/>
                </a:solidFill>
              </a:rPr>
              <a:t>– Alle Tarif-Fenster </a:t>
            </a:r>
            <a:r>
              <a:rPr lang="en-US" sz="1050" err="1">
                <a:solidFill>
                  <a:srgbClr val="14342B"/>
                </a:solidFill>
              </a:rPr>
              <a:t>werden</a:t>
            </a:r>
            <a:r>
              <a:rPr lang="en-US" sz="1050">
                <a:solidFill>
                  <a:srgbClr val="14342B"/>
                </a:solidFill>
              </a:rPr>
              <a:t> </a:t>
            </a:r>
            <a:r>
              <a:rPr lang="en-US" sz="1050" err="1">
                <a:solidFill>
                  <a:srgbClr val="14342B"/>
                </a:solidFill>
              </a:rPr>
              <a:t>als</a:t>
            </a:r>
            <a:r>
              <a:rPr lang="en-US" sz="1050">
                <a:solidFill>
                  <a:srgbClr val="14342B"/>
                </a:solidFill>
              </a:rPr>
              <a:t> Balken </a:t>
            </a:r>
            <a:r>
              <a:rPr lang="en-US" sz="1050" err="1">
                <a:solidFill>
                  <a:srgbClr val="14342B"/>
                </a:solidFill>
              </a:rPr>
              <a:t>dargestellt</a:t>
            </a:r>
            <a:r>
              <a:rPr lang="en-US" sz="1050">
                <a:solidFill>
                  <a:srgbClr val="14342B"/>
                </a:solidFill>
              </a:rPr>
              <a:t> (</a:t>
            </a:r>
            <a:r>
              <a:rPr lang="en-US" sz="1050" err="1">
                <a:solidFill>
                  <a:srgbClr val="14342B"/>
                </a:solidFill>
              </a:rPr>
              <a:t>kein</a:t>
            </a:r>
            <a:r>
              <a:rPr lang="en-US" sz="1050">
                <a:solidFill>
                  <a:srgbClr val="14342B"/>
                </a:solidFill>
              </a:rPr>
              <a:t> Fenster </a:t>
            </a:r>
            <a:r>
              <a:rPr lang="en-US" sz="1050" err="1">
                <a:solidFill>
                  <a:srgbClr val="14342B"/>
                </a:solidFill>
              </a:rPr>
              <a:t>darf</a:t>
            </a:r>
            <a:r>
              <a:rPr lang="en-US" sz="1050">
                <a:solidFill>
                  <a:srgbClr val="14342B"/>
                </a:solidFill>
              </a:rPr>
              <a:t> </a:t>
            </a:r>
            <a:r>
              <a:rPr lang="en-US" sz="1050" err="1">
                <a:solidFill>
                  <a:srgbClr val="14342B"/>
                </a:solidFill>
              </a:rPr>
              <a:t>fehlen</a:t>
            </a:r>
            <a:r>
              <a:rPr lang="en-US" sz="1050">
                <a:solidFill>
                  <a:srgbClr val="14342B"/>
                </a:solidFill>
              </a:rPr>
              <a:t>)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457199" y="1892808"/>
            <a:ext cx="549017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4342B"/>
                </a:solidFill>
              </a:rPr>
              <a:t>– </a:t>
            </a:r>
            <a:r>
              <a:rPr lang="en-US" sz="1050" err="1">
                <a:solidFill>
                  <a:srgbClr val="14342B"/>
                </a:solidFill>
              </a:rPr>
              <a:t>Aktives</a:t>
            </a:r>
            <a:r>
              <a:rPr lang="en-US" sz="1050">
                <a:solidFill>
                  <a:srgbClr val="14342B"/>
                </a:solidFill>
              </a:rPr>
              <a:t> </a:t>
            </a:r>
            <a:r>
              <a:rPr lang="en-US" sz="1050" err="1">
                <a:solidFill>
                  <a:srgbClr val="14342B"/>
                </a:solidFill>
              </a:rPr>
              <a:t>Ladefenster</a:t>
            </a:r>
            <a:r>
              <a:rPr lang="en-US" sz="1050">
                <a:solidFill>
                  <a:srgbClr val="14342B"/>
                </a:solidFill>
              </a:rPr>
              <a:t> </a:t>
            </a:r>
            <a:r>
              <a:rPr lang="en-US" sz="1050" err="1">
                <a:solidFill>
                  <a:srgbClr val="14342B"/>
                </a:solidFill>
              </a:rPr>
              <a:t>hervorgehoben</a:t>
            </a:r>
            <a:r>
              <a:rPr lang="en-US" sz="1050">
                <a:solidFill>
                  <a:srgbClr val="14342B"/>
                </a:solidFill>
              </a:rPr>
              <a:t> / </a:t>
            </a:r>
            <a:r>
              <a:rPr lang="en-US" sz="1050" err="1">
                <a:solidFill>
                  <a:srgbClr val="14342B"/>
                </a:solidFill>
              </a:rPr>
              <a:t>kein</a:t>
            </a:r>
            <a:r>
              <a:rPr lang="en-US" sz="1050">
                <a:solidFill>
                  <a:srgbClr val="14342B"/>
                </a:solidFill>
              </a:rPr>
              <a:t> </a:t>
            </a:r>
            <a:r>
              <a:rPr lang="en-US" sz="1050" err="1">
                <a:solidFill>
                  <a:srgbClr val="14342B"/>
                </a:solidFill>
              </a:rPr>
              <a:t>irrtümliches</a:t>
            </a:r>
            <a:r>
              <a:rPr lang="en-US" sz="1050">
                <a:solidFill>
                  <a:srgbClr val="14342B"/>
                </a:solidFill>
              </a:rPr>
              <a:t> </a:t>
            </a:r>
            <a:r>
              <a:rPr lang="en-US" sz="1050" err="1">
                <a:solidFill>
                  <a:srgbClr val="14342B"/>
                </a:solidFill>
              </a:rPr>
              <a:t>Hervorheben</a:t>
            </a:r>
            <a:r>
              <a:rPr lang="en-US" sz="1050">
                <a:solidFill>
                  <a:srgbClr val="14342B"/>
                </a:solidFill>
              </a:rPr>
              <a:t> (</a:t>
            </a:r>
            <a:r>
              <a:rPr lang="en-US" sz="1050" err="1">
                <a:solidFill>
                  <a:srgbClr val="14342B"/>
                </a:solidFill>
              </a:rPr>
              <a:t>Komplement</a:t>
            </a:r>
            <a:r>
              <a:rPr lang="en-US" sz="1050">
                <a:solidFill>
                  <a:srgbClr val="14342B"/>
                </a:solidFill>
              </a:rPr>
              <a:t>)</a:t>
            </a:r>
            <a:endParaRPr lang="en-US" sz="1050"/>
          </a:p>
        </p:txBody>
      </p:sp>
      <p:sp>
        <p:nvSpPr>
          <p:cNvPr id="12" name="Text 10"/>
          <p:cNvSpPr/>
          <p:nvPr/>
        </p:nvSpPr>
        <p:spPr>
          <a:xfrm>
            <a:off x="457200" y="2227357"/>
            <a:ext cx="602672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4342B"/>
                </a:solidFill>
              </a:rPr>
              <a:t>– Teure Fenster als Warnung markiert / günstige Fenster bleiben neutral</a:t>
            </a:r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457200" y="2520835"/>
            <a:ext cx="7303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4342B"/>
                </a:solidFill>
              </a:rPr>
              <a:t>– Exakt ein Warnungs-Slot – irrtümliches Markieren täuscht über den Strompreis</a:t>
            </a:r>
            <a:endParaRPr lang="en-US" sz="1050"/>
          </a:p>
        </p:txBody>
      </p:sp>
      <p:sp>
        <p:nvSpPr>
          <p:cNvPr id="17" name="Shape 15"/>
          <p:cNvSpPr/>
          <p:nvPr/>
        </p:nvSpPr>
        <p:spPr>
          <a:xfrm>
            <a:off x="274320" y="2944368"/>
            <a:ext cx="8595360" cy="1691640"/>
          </a:xfrm>
          <a:prstGeom prst="roundRect">
            <a:avLst>
              <a:gd name="adj" fmla="val 4324"/>
            </a:avLst>
          </a:prstGeom>
          <a:solidFill>
            <a:srgbClr val="FFF8EE"/>
          </a:solidFill>
          <a:ln w="9525">
            <a:solidFill>
              <a:srgbClr val="D9B86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8" name="Text 16"/>
          <p:cNvSpPr/>
          <p:nvPr/>
        </p:nvSpPr>
        <p:spPr>
          <a:xfrm>
            <a:off x="457200" y="3008376"/>
            <a:ext cx="6400800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50" b="1" err="1">
                <a:solidFill>
                  <a:srgbClr val="14342B"/>
                </a:solidFill>
              </a:rPr>
              <a:t>DateNavigator</a:t>
            </a:r>
            <a:r>
              <a:rPr lang="en-US" sz="1350" b="1">
                <a:solidFill>
                  <a:srgbClr val="14342B"/>
                </a:solidFill>
              </a:rPr>
              <a:t>  –  4 </a:t>
            </a:r>
            <a:r>
              <a:rPr lang="en-US" sz="1350" b="1" err="1">
                <a:solidFill>
                  <a:srgbClr val="14342B"/>
                </a:solidFill>
              </a:rPr>
              <a:t>Fälle</a:t>
            </a:r>
            <a:endParaRPr lang="en-US" sz="1350" err="1"/>
          </a:p>
        </p:txBody>
      </p:sp>
      <p:sp>
        <p:nvSpPr>
          <p:cNvPr id="20" name="Text 18"/>
          <p:cNvSpPr/>
          <p:nvPr/>
        </p:nvSpPr>
        <p:spPr>
          <a:xfrm>
            <a:off x="457200" y="3401568"/>
            <a:ext cx="589825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4342B"/>
                </a:solidFill>
              </a:rPr>
              <a:t>– Navigation </a:t>
            </a:r>
            <a:r>
              <a:rPr lang="en-US" sz="1050" err="1">
                <a:solidFill>
                  <a:srgbClr val="14342B"/>
                </a:solidFill>
              </a:rPr>
              <a:t>endet</a:t>
            </a:r>
            <a:r>
              <a:rPr lang="en-US" sz="1050">
                <a:solidFill>
                  <a:srgbClr val="14342B"/>
                </a:solidFill>
              </a:rPr>
              <a:t> am </a:t>
            </a:r>
            <a:r>
              <a:rPr lang="en-US" sz="1050" err="1">
                <a:solidFill>
                  <a:srgbClr val="14342B"/>
                </a:solidFill>
              </a:rPr>
              <a:t>ältesten</a:t>
            </a:r>
            <a:r>
              <a:rPr lang="en-US" sz="1050">
                <a:solidFill>
                  <a:srgbClr val="14342B"/>
                </a:solidFill>
              </a:rPr>
              <a:t> Tag (</a:t>
            </a:r>
            <a:r>
              <a:rPr lang="en-US" sz="1050" err="1">
                <a:solidFill>
                  <a:srgbClr val="14342B"/>
                </a:solidFill>
              </a:rPr>
              <a:t>kein</a:t>
            </a:r>
            <a:r>
              <a:rPr lang="en-US" sz="1050">
                <a:solidFill>
                  <a:srgbClr val="14342B"/>
                </a:solidFill>
              </a:rPr>
              <a:t> </a:t>
            </a:r>
            <a:r>
              <a:rPr lang="en-US" sz="1050" err="1">
                <a:solidFill>
                  <a:srgbClr val="14342B"/>
                </a:solidFill>
              </a:rPr>
              <a:t>leerer</a:t>
            </a:r>
            <a:r>
              <a:rPr lang="en-US" sz="1050">
                <a:solidFill>
                  <a:srgbClr val="14342B"/>
                </a:solidFill>
              </a:rPr>
              <a:t> </a:t>
            </a:r>
            <a:r>
              <a:rPr lang="en-US" sz="1050" err="1">
                <a:solidFill>
                  <a:srgbClr val="14342B"/>
                </a:solidFill>
              </a:rPr>
              <a:t>Zeitraum</a:t>
            </a:r>
            <a:r>
              <a:rPr lang="en-US" sz="1050">
                <a:solidFill>
                  <a:srgbClr val="14342B"/>
                </a:solidFill>
              </a:rPr>
              <a:t> </a:t>
            </a:r>
            <a:r>
              <a:rPr lang="en-US" sz="1050" err="1">
                <a:solidFill>
                  <a:srgbClr val="14342B"/>
                </a:solidFill>
              </a:rPr>
              <a:t>ohne</a:t>
            </a:r>
            <a:r>
              <a:rPr lang="en-US" sz="1050">
                <a:solidFill>
                  <a:srgbClr val="14342B"/>
                </a:solidFill>
              </a:rPr>
              <a:t> Sessions)</a:t>
            </a:r>
            <a:endParaRPr lang="en-US" sz="1050"/>
          </a:p>
        </p:txBody>
      </p:sp>
      <p:sp>
        <p:nvSpPr>
          <p:cNvPr id="21" name="Text 19"/>
          <p:cNvSpPr/>
          <p:nvPr/>
        </p:nvSpPr>
        <p:spPr>
          <a:xfrm>
            <a:off x="457200" y="3698748"/>
            <a:ext cx="54901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4342B"/>
                </a:solidFill>
              </a:rPr>
              <a:t>– Navigation </a:t>
            </a:r>
            <a:r>
              <a:rPr lang="en-US" sz="1050" err="1">
                <a:solidFill>
                  <a:srgbClr val="14342B"/>
                </a:solidFill>
              </a:rPr>
              <a:t>endet</a:t>
            </a:r>
            <a:r>
              <a:rPr lang="en-US" sz="1050">
                <a:solidFill>
                  <a:srgbClr val="14342B"/>
                </a:solidFill>
              </a:rPr>
              <a:t> </a:t>
            </a:r>
            <a:r>
              <a:rPr lang="en-US" sz="1050" err="1">
                <a:solidFill>
                  <a:srgbClr val="14342B"/>
                </a:solidFill>
              </a:rPr>
              <a:t>heute</a:t>
            </a:r>
            <a:r>
              <a:rPr lang="en-US" sz="1050">
                <a:solidFill>
                  <a:srgbClr val="14342B"/>
                </a:solidFill>
              </a:rPr>
              <a:t> / </a:t>
            </a:r>
            <a:r>
              <a:rPr lang="en-US" sz="1050" err="1">
                <a:solidFill>
                  <a:srgbClr val="14342B"/>
                </a:solidFill>
              </a:rPr>
              <a:t>Zurück</a:t>
            </a:r>
            <a:r>
              <a:rPr lang="en-US" sz="1050">
                <a:solidFill>
                  <a:srgbClr val="14342B"/>
                </a:solidFill>
              </a:rPr>
              <a:t>-Button </a:t>
            </a:r>
            <a:r>
              <a:rPr lang="en-US" sz="1050" err="1">
                <a:solidFill>
                  <a:srgbClr val="14342B"/>
                </a:solidFill>
              </a:rPr>
              <a:t>bleibt</a:t>
            </a:r>
            <a:r>
              <a:rPr lang="en-US" sz="1050">
                <a:solidFill>
                  <a:srgbClr val="14342B"/>
                </a:solidFill>
              </a:rPr>
              <a:t> </a:t>
            </a:r>
            <a:r>
              <a:rPr lang="en-US" sz="1050" err="1">
                <a:solidFill>
                  <a:srgbClr val="14342B"/>
                </a:solidFill>
              </a:rPr>
              <a:t>aktiv</a:t>
            </a:r>
            <a:r>
              <a:rPr lang="en-US" sz="1050">
                <a:solidFill>
                  <a:srgbClr val="14342B"/>
                </a:solidFill>
              </a:rPr>
              <a:t> (</a:t>
            </a:r>
            <a:r>
              <a:rPr lang="en-US" sz="1050" err="1">
                <a:solidFill>
                  <a:srgbClr val="14342B"/>
                </a:solidFill>
              </a:rPr>
              <a:t>kein</a:t>
            </a:r>
            <a:r>
              <a:rPr lang="en-US" sz="1050">
                <a:solidFill>
                  <a:srgbClr val="14342B"/>
                </a:solidFill>
              </a:rPr>
              <a:t> Blind Spot)</a:t>
            </a:r>
            <a:endParaRPr lang="en-US" sz="1050"/>
          </a:p>
        </p:txBody>
      </p:sp>
      <p:sp>
        <p:nvSpPr>
          <p:cNvPr id="22" name="Text 20"/>
          <p:cNvSpPr/>
          <p:nvPr/>
        </p:nvSpPr>
        <p:spPr>
          <a:xfrm>
            <a:off x="457199" y="3918204"/>
            <a:ext cx="474203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4342B"/>
                </a:solidFill>
              </a:rPr>
              <a:t>– Vorwärts-Klick lädt nächsten Tag – ohne Event passiert gar nichts</a:t>
            </a:r>
            <a:endParaRPr lang="en-US" sz="1050"/>
          </a:p>
        </p:txBody>
      </p:sp>
      <p:sp>
        <p:nvSpPr>
          <p:cNvPr id="23" name="Text 21"/>
          <p:cNvSpPr/>
          <p:nvPr/>
        </p:nvSpPr>
        <p:spPr>
          <a:xfrm>
            <a:off x="457199" y="4128516"/>
            <a:ext cx="536170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4342B"/>
                </a:solidFill>
              </a:rPr>
              <a:t>– Rückwärts-Klick: Kernfunktion der History – fehlendes Event lädt keine Sessions</a:t>
            </a:r>
            <a:endParaRPr lang="en-US" sz="1050"/>
          </a:p>
        </p:txBody>
      </p:sp>
      <p:sp>
        <p:nvSpPr>
          <p:cNvPr id="27" name="Shape 25"/>
          <p:cNvSpPr/>
          <p:nvPr/>
        </p:nvSpPr>
        <p:spPr>
          <a:xfrm>
            <a:off x="274320" y="4773168"/>
            <a:ext cx="8595360" cy="1691640"/>
          </a:xfrm>
          <a:prstGeom prst="roundRect">
            <a:avLst>
              <a:gd name="adj" fmla="val 4324"/>
            </a:avLst>
          </a:prstGeom>
          <a:solidFill>
            <a:srgbClr val="FEF3DC"/>
          </a:solidFill>
          <a:ln w="9525">
            <a:solidFill>
              <a:srgbClr val="D9B86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8" name="Text 26"/>
          <p:cNvSpPr/>
          <p:nvPr/>
        </p:nvSpPr>
        <p:spPr>
          <a:xfrm>
            <a:off x="457200" y="4837176"/>
            <a:ext cx="6400800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50" b="1" err="1">
                <a:solidFill>
                  <a:srgbClr val="14342B"/>
                </a:solidFill>
              </a:rPr>
              <a:t>SessionTable</a:t>
            </a:r>
            <a:r>
              <a:rPr lang="en-US" sz="1350" b="1">
                <a:solidFill>
                  <a:srgbClr val="14342B"/>
                </a:solidFill>
              </a:rPr>
              <a:t>  –  4 </a:t>
            </a:r>
            <a:r>
              <a:rPr lang="en-US" sz="1350" b="1" err="1">
                <a:solidFill>
                  <a:srgbClr val="14342B"/>
                </a:solidFill>
              </a:rPr>
              <a:t>Fälle</a:t>
            </a:r>
            <a:endParaRPr lang="en-US" sz="1350" err="1"/>
          </a:p>
        </p:txBody>
      </p:sp>
      <p:sp>
        <p:nvSpPr>
          <p:cNvPr id="30" name="Text 28"/>
          <p:cNvSpPr/>
          <p:nvPr/>
        </p:nvSpPr>
        <p:spPr>
          <a:xfrm>
            <a:off x="457200" y="5234676"/>
            <a:ext cx="625343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4342B"/>
                </a:solidFill>
              </a:rPr>
              <a:t>– Leere History </a:t>
            </a:r>
            <a:r>
              <a:rPr lang="en-US" sz="1050" err="1">
                <a:solidFill>
                  <a:srgbClr val="14342B"/>
                </a:solidFill>
              </a:rPr>
              <a:t>klar</a:t>
            </a:r>
            <a:r>
              <a:rPr lang="en-US" sz="1050">
                <a:solidFill>
                  <a:srgbClr val="14342B"/>
                </a:solidFill>
              </a:rPr>
              <a:t> </a:t>
            </a:r>
            <a:r>
              <a:rPr lang="en-US" sz="1050" err="1">
                <a:solidFill>
                  <a:srgbClr val="14342B"/>
                </a:solidFill>
              </a:rPr>
              <a:t>kommuniziert</a:t>
            </a:r>
            <a:r>
              <a:rPr lang="en-US" sz="1050">
                <a:solidFill>
                  <a:srgbClr val="14342B"/>
                </a:solidFill>
              </a:rPr>
              <a:t> (</a:t>
            </a:r>
            <a:r>
              <a:rPr lang="en-US" sz="1050" err="1">
                <a:solidFill>
                  <a:srgbClr val="14342B"/>
                </a:solidFill>
              </a:rPr>
              <a:t>kein</a:t>
            </a:r>
            <a:r>
              <a:rPr lang="en-US" sz="1050">
                <a:solidFill>
                  <a:srgbClr val="14342B"/>
                </a:solidFill>
              </a:rPr>
              <a:t> </a:t>
            </a:r>
            <a:r>
              <a:rPr lang="en-US" sz="1050" err="1">
                <a:solidFill>
                  <a:srgbClr val="14342B"/>
                </a:solidFill>
              </a:rPr>
              <a:t>leeres</a:t>
            </a:r>
            <a:r>
              <a:rPr lang="en-US" sz="1050">
                <a:solidFill>
                  <a:srgbClr val="14342B"/>
                </a:solidFill>
              </a:rPr>
              <a:t> Layout </a:t>
            </a:r>
            <a:r>
              <a:rPr lang="en-US" sz="1050" err="1">
                <a:solidFill>
                  <a:srgbClr val="14342B"/>
                </a:solidFill>
              </a:rPr>
              <a:t>ohne</a:t>
            </a:r>
            <a:r>
              <a:rPr lang="en-US" sz="1050">
                <a:solidFill>
                  <a:srgbClr val="14342B"/>
                </a:solidFill>
              </a:rPr>
              <a:t> </a:t>
            </a:r>
            <a:r>
              <a:rPr lang="en-US" sz="1050" err="1">
                <a:solidFill>
                  <a:srgbClr val="14342B"/>
                </a:solidFill>
              </a:rPr>
              <a:t>Erklärung</a:t>
            </a:r>
            <a:r>
              <a:rPr lang="en-US" sz="1050">
                <a:solidFill>
                  <a:srgbClr val="14342B"/>
                </a:solidFill>
              </a:rPr>
              <a:t>)</a:t>
            </a:r>
            <a:endParaRPr lang="en-US" sz="1050"/>
          </a:p>
        </p:txBody>
      </p:sp>
      <p:sp>
        <p:nvSpPr>
          <p:cNvPr id="31" name="Text 29"/>
          <p:cNvSpPr/>
          <p:nvPr/>
        </p:nvSpPr>
        <p:spPr>
          <a:xfrm>
            <a:off x="457200" y="5486249"/>
            <a:ext cx="6653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4342B"/>
                </a:solidFill>
              </a:rPr>
              <a:t>– </a:t>
            </a:r>
            <a:r>
              <a:rPr lang="en-US" sz="1050" err="1">
                <a:solidFill>
                  <a:srgbClr val="14342B"/>
                </a:solidFill>
              </a:rPr>
              <a:t>Jede</a:t>
            </a:r>
            <a:r>
              <a:rPr lang="en-US" sz="1050">
                <a:solidFill>
                  <a:srgbClr val="14342B"/>
                </a:solidFill>
              </a:rPr>
              <a:t> Session </a:t>
            </a:r>
            <a:r>
              <a:rPr lang="en-US" sz="1050" err="1">
                <a:solidFill>
                  <a:srgbClr val="14342B"/>
                </a:solidFill>
              </a:rPr>
              <a:t>erscheint</a:t>
            </a:r>
            <a:r>
              <a:rPr lang="en-US" sz="1050">
                <a:solidFill>
                  <a:srgbClr val="14342B"/>
                </a:solidFill>
              </a:rPr>
              <a:t> </a:t>
            </a:r>
            <a:r>
              <a:rPr lang="en-US" sz="1050" err="1">
                <a:solidFill>
                  <a:srgbClr val="14342B"/>
                </a:solidFill>
              </a:rPr>
              <a:t>als</a:t>
            </a:r>
            <a:r>
              <a:rPr lang="en-US" sz="1050">
                <a:solidFill>
                  <a:srgbClr val="14342B"/>
                </a:solidFill>
              </a:rPr>
              <a:t> </a:t>
            </a:r>
            <a:r>
              <a:rPr lang="en-US" sz="1050" err="1">
                <a:solidFill>
                  <a:srgbClr val="14342B"/>
                </a:solidFill>
              </a:rPr>
              <a:t>eigene</a:t>
            </a:r>
            <a:r>
              <a:rPr lang="en-US" sz="1050">
                <a:solidFill>
                  <a:srgbClr val="14342B"/>
                </a:solidFill>
              </a:rPr>
              <a:t> Zeile (</a:t>
            </a:r>
            <a:r>
              <a:rPr lang="en-US" sz="1050" err="1">
                <a:solidFill>
                  <a:srgbClr val="14342B"/>
                </a:solidFill>
              </a:rPr>
              <a:t>keine</a:t>
            </a:r>
            <a:r>
              <a:rPr lang="en-US" sz="1050">
                <a:solidFill>
                  <a:srgbClr val="14342B"/>
                </a:solidFill>
              </a:rPr>
              <a:t> </a:t>
            </a:r>
            <a:r>
              <a:rPr lang="en-US" sz="1050" err="1">
                <a:solidFill>
                  <a:srgbClr val="14342B"/>
                </a:solidFill>
              </a:rPr>
              <a:t>fehlenden</a:t>
            </a:r>
            <a:r>
              <a:rPr lang="en-US" sz="1050">
                <a:solidFill>
                  <a:srgbClr val="14342B"/>
                </a:solidFill>
              </a:rPr>
              <a:t> </a:t>
            </a:r>
            <a:r>
              <a:rPr lang="en-US" sz="1050" err="1">
                <a:solidFill>
                  <a:srgbClr val="14342B"/>
                </a:solidFill>
              </a:rPr>
              <a:t>Einträge</a:t>
            </a:r>
            <a:r>
              <a:rPr lang="en-US" sz="1050">
                <a:solidFill>
                  <a:srgbClr val="14342B"/>
                </a:solidFill>
              </a:rPr>
              <a:t>)</a:t>
            </a:r>
            <a:endParaRPr lang="en-US" sz="1050"/>
          </a:p>
        </p:txBody>
      </p:sp>
      <p:sp>
        <p:nvSpPr>
          <p:cNvPr id="32" name="Text 30"/>
          <p:cNvSpPr/>
          <p:nvPr/>
        </p:nvSpPr>
        <p:spPr>
          <a:xfrm>
            <a:off x="457200" y="5687417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4342B"/>
                </a:solidFill>
              </a:rPr>
              <a:t>– </a:t>
            </a:r>
            <a:r>
              <a:rPr lang="en-US" sz="1050" err="1">
                <a:solidFill>
                  <a:srgbClr val="14342B"/>
                </a:solidFill>
              </a:rPr>
              <a:t>Fahrzeugname</a:t>
            </a:r>
            <a:r>
              <a:rPr lang="en-US" sz="1050">
                <a:solidFill>
                  <a:srgbClr val="14342B"/>
                </a:solidFill>
              </a:rPr>
              <a:t> und </a:t>
            </a:r>
            <a:r>
              <a:rPr lang="en-US" sz="1050" err="1">
                <a:solidFill>
                  <a:srgbClr val="14342B"/>
                </a:solidFill>
              </a:rPr>
              <a:t>Ladepunkt</a:t>
            </a:r>
            <a:r>
              <a:rPr lang="en-US" sz="1050">
                <a:solidFill>
                  <a:srgbClr val="14342B"/>
                </a:solidFill>
              </a:rPr>
              <a:t> </a:t>
            </a:r>
            <a:r>
              <a:rPr lang="en-US" sz="1050" err="1">
                <a:solidFill>
                  <a:srgbClr val="14342B"/>
                </a:solidFill>
              </a:rPr>
              <a:t>korrekt</a:t>
            </a:r>
            <a:r>
              <a:rPr lang="en-US" sz="1050">
                <a:solidFill>
                  <a:srgbClr val="14342B"/>
                </a:solidFill>
              </a:rPr>
              <a:t> </a:t>
            </a:r>
            <a:r>
              <a:rPr lang="en-US" sz="1050" err="1">
                <a:solidFill>
                  <a:srgbClr val="14342B"/>
                </a:solidFill>
              </a:rPr>
              <a:t>zugeordnet</a:t>
            </a:r>
            <a:endParaRPr lang="en-US" sz="1050"/>
          </a:p>
        </p:txBody>
      </p:sp>
      <p:sp>
        <p:nvSpPr>
          <p:cNvPr id="33" name="Text 31"/>
          <p:cNvSpPr/>
          <p:nvPr/>
        </p:nvSpPr>
        <p:spPr>
          <a:xfrm>
            <a:off x="457200" y="5925161"/>
            <a:ext cx="602672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4342B"/>
                </a:solidFill>
              </a:rPr>
              <a:t>– </a:t>
            </a:r>
            <a:r>
              <a:rPr lang="en-US" sz="1050" err="1">
                <a:solidFill>
                  <a:srgbClr val="14342B"/>
                </a:solidFill>
              </a:rPr>
              <a:t>Reihenfolge</a:t>
            </a:r>
            <a:r>
              <a:rPr lang="en-US" sz="1050">
                <a:solidFill>
                  <a:srgbClr val="14342B"/>
                </a:solidFill>
              </a:rPr>
              <a:t> </a:t>
            </a:r>
            <a:r>
              <a:rPr lang="en-US" sz="1050" err="1">
                <a:solidFill>
                  <a:srgbClr val="14342B"/>
                </a:solidFill>
              </a:rPr>
              <a:t>stimmt</a:t>
            </a:r>
            <a:r>
              <a:rPr lang="en-US" sz="1050">
                <a:solidFill>
                  <a:srgbClr val="14342B"/>
                </a:solidFill>
              </a:rPr>
              <a:t> – Fehler </a:t>
            </a:r>
            <a:r>
              <a:rPr lang="en-US" sz="1050" err="1">
                <a:solidFill>
                  <a:srgbClr val="14342B"/>
                </a:solidFill>
              </a:rPr>
              <a:t>hier</a:t>
            </a:r>
            <a:r>
              <a:rPr lang="en-US" sz="1050">
                <a:solidFill>
                  <a:srgbClr val="14342B"/>
                </a:solidFill>
              </a:rPr>
              <a:t> </a:t>
            </a:r>
            <a:r>
              <a:rPr lang="en-US" sz="1050" err="1">
                <a:solidFill>
                  <a:srgbClr val="14342B"/>
                </a:solidFill>
              </a:rPr>
              <a:t>führen</a:t>
            </a:r>
            <a:r>
              <a:rPr lang="en-US" sz="1050">
                <a:solidFill>
                  <a:srgbClr val="14342B"/>
                </a:solidFill>
              </a:rPr>
              <a:t> </a:t>
            </a:r>
            <a:r>
              <a:rPr lang="en-US" sz="1050" err="1">
                <a:solidFill>
                  <a:srgbClr val="14342B"/>
                </a:solidFill>
              </a:rPr>
              <a:t>direkt</a:t>
            </a:r>
            <a:r>
              <a:rPr lang="en-US" sz="1050">
                <a:solidFill>
                  <a:srgbClr val="14342B"/>
                </a:solidFill>
              </a:rPr>
              <a:t> </a:t>
            </a:r>
            <a:r>
              <a:rPr lang="en-US" sz="1050" err="1">
                <a:solidFill>
                  <a:srgbClr val="14342B"/>
                </a:solidFill>
              </a:rPr>
              <a:t>zu</a:t>
            </a:r>
            <a:r>
              <a:rPr lang="en-US" sz="1050">
                <a:solidFill>
                  <a:srgbClr val="14342B"/>
                </a:solidFill>
              </a:rPr>
              <a:t> </a:t>
            </a:r>
            <a:r>
              <a:rPr lang="en-US" sz="1050" err="1">
                <a:solidFill>
                  <a:srgbClr val="14342B"/>
                </a:solidFill>
              </a:rPr>
              <a:t>Abrechnungsstreitigkeiten</a:t>
            </a:r>
            <a:endParaRPr lang="en-US" sz="10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2F7F4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342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</a:rPr>
              <a:t>Integrationstests – Moser (Detail)</a:t>
            </a:r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8732520" y="3291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274320" y="1115568"/>
            <a:ext cx="8595360" cy="1691640"/>
          </a:xfrm>
          <a:prstGeom prst="roundRect">
            <a:avLst>
              <a:gd name="adj" fmla="val 4324"/>
            </a:avLst>
          </a:prstGeom>
          <a:solidFill>
            <a:srgbClr val="FEF3DC"/>
          </a:solidFill>
          <a:ln w="9525">
            <a:solidFill>
              <a:srgbClr val="D9B86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/>
          <p:nvPr/>
        </p:nvSpPr>
        <p:spPr>
          <a:xfrm>
            <a:off x="457200" y="1179576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4342B"/>
                </a:solidFill>
              </a:rPr>
              <a:t>BatteryBoostIntegration  –  4 Fälle</a:t>
            </a:r>
            <a:endParaRPr lang="en-US" sz="1350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err="1">
                <a:solidFill>
                  <a:srgbClr val="587067"/>
                </a:solidFill>
              </a:rPr>
              <a:t>Startet</a:t>
            </a:r>
            <a:r>
              <a:rPr lang="en-US" sz="1100" i="1">
                <a:solidFill>
                  <a:srgbClr val="587067"/>
                </a:solidFill>
              </a:rPr>
              <a:t> Battery-Boost / </a:t>
            </a:r>
            <a:r>
              <a:rPr lang="en-US" sz="1100" i="1" err="1">
                <a:solidFill>
                  <a:srgbClr val="587067"/>
                </a:solidFill>
              </a:rPr>
              <a:t>prüft</a:t>
            </a:r>
            <a:r>
              <a:rPr lang="en-US" sz="1100" i="1">
                <a:solidFill>
                  <a:srgbClr val="587067"/>
                </a:solidFill>
              </a:rPr>
              <a:t> </a:t>
            </a:r>
            <a:r>
              <a:rPr lang="en-US" sz="1100" i="1" err="1">
                <a:solidFill>
                  <a:srgbClr val="587067"/>
                </a:solidFill>
              </a:rPr>
              <a:t>ob</a:t>
            </a:r>
            <a:r>
              <a:rPr lang="en-US" sz="1100" i="1">
                <a:solidFill>
                  <a:srgbClr val="587067"/>
                </a:solidFill>
              </a:rPr>
              <a:t> </a:t>
            </a:r>
            <a:r>
              <a:rPr lang="en-US" sz="1100" i="1" err="1">
                <a:solidFill>
                  <a:srgbClr val="587067"/>
                </a:solidFill>
              </a:rPr>
              <a:t>Ladevorgang</a:t>
            </a:r>
            <a:r>
              <a:rPr lang="en-US" sz="1100" i="1">
                <a:solidFill>
                  <a:srgbClr val="587067"/>
                </a:solidFill>
              </a:rPr>
              <a:t> </a:t>
            </a:r>
            <a:r>
              <a:rPr lang="en-US" sz="1100" i="1" err="1">
                <a:solidFill>
                  <a:srgbClr val="587067"/>
                </a:solidFill>
              </a:rPr>
              <a:t>startet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457200" y="198424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4342B"/>
                </a:solidFill>
              </a:rPr>
              <a:t>– Boost aktivierbar wenn Hausspeicher verfügbar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457200" y="218541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4342B"/>
                </a:solidFill>
              </a:rPr>
              <a:t>– Ladung startet sofort aus dem Speicher</a:t>
            </a:r>
            <a:endParaRPr lang="en-US" sz="1050"/>
          </a:p>
        </p:txBody>
      </p:sp>
      <p:sp>
        <p:nvSpPr>
          <p:cNvPr id="12" name="Text 10"/>
          <p:cNvSpPr/>
          <p:nvPr/>
        </p:nvSpPr>
        <p:spPr>
          <a:xfrm>
            <a:off x="457200" y="238658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4342B"/>
                </a:solidFill>
              </a:rPr>
              <a:t>– Boost </a:t>
            </a:r>
            <a:r>
              <a:rPr lang="en-US" sz="1050" err="1">
                <a:solidFill>
                  <a:srgbClr val="14342B"/>
                </a:solidFill>
              </a:rPr>
              <a:t>deaktivierbar</a:t>
            </a:r>
            <a:r>
              <a:rPr lang="en-US" sz="1050">
                <a:solidFill>
                  <a:srgbClr val="14342B"/>
                </a:solidFill>
              </a:rPr>
              <a:t> – </a:t>
            </a:r>
            <a:r>
              <a:rPr lang="en-US" sz="1050" err="1">
                <a:solidFill>
                  <a:srgbClr val="14342B"/>
                </a:solidFill>
              </a:rPr>
              <a:t>zurück</a:t>
            </a:r>
            <a:r>
              <a:rPr lang="en-US" sz="1050">
                <a:solidFill>
                  <a:srgbClr val="14342B"/>
                </a:solidFill>
              </a:rPr>
              <a:t> in Normal-Modus</a:t>
            </a:r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457200" y="258775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4342B"/>
                </a:solidFill>
              </a:rPr>
              <a:t>– Kein Boost </a:t>
            </a:r>
            <a:r>
              <a:rPr lang="en-US" sz="1050" err="1">
                <a:solidFill>
                  <a:srgbClr val="14342B"/>
                </a:solidFill>
              </a:rPr>
              <a:t>wenn</a:t>
            </a:r>
            <a:r>
              <a:rPr lang="en-US" sz="1050">
                <a:solidFill>
                  <a:srgbClr val="14342B"/>
                </a:solidFill>
              </a:rPr>
              <a:t> </a:t>
            </a:r>
            <a:r>
              <a:rPr lang="en-US" sz="1050" err="1">
                <a:solidFill>
                  <a:srgbClr val="14342B"/>
                </a:solidFill>
              </a:rPr>
              <a:t>kein</a:t>
            </a:r>
            <a:r>
              <a:rPr lang="en-US" sz="1050">
                <a:solidFill>
                  <a:srgbClr val="14342B"/>
                </a:solidFill>
              </a:rPr>
              <a:t> Speicher </a:t>
            </a:r>
            <a:r>
              <a:rPr lang="en-US" sz="1050" err="1">
                <a:solidFill>
                  <a:srgbClr val="14342B"/>
                </a:solidFill>
              </a:rPr>
              <a:t>vorhanden</a:t>
            </a:r>
            <a:endParaRPr lang="en-US" sz="1050"/>
          </a:p>
        </p:txBody>
      </p:sp>
      <p:sp>
        <p:nvSpPr>
          <p:cNvPr id="17" name="Shape 15"/>
          <p:cNvSpPr/>
          <p:nvPr/>
        </p:nvSpPr>
        <p:spPr>
          <a:xfrm>
            <a:off x="274320" y="2944368"/>
            <a:ext cx="8595360" cy="1691640"/>
          </a:xfrm>
          <a:prstGeom prst="roundRect">
            <a:avLst>
              <a:gd name="adj" fmla="val 4324"/>
            </a:avLst>
          </a:prstGeom>
          <a:solidFill>
            <a:srgbClr val="FFF8EE"/>
          </a:solidFill>
          <a:ln w="9525">
            <a:solidFill>
              <a:srgbClr val="D9B86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8" name="Text 16"/>
          <p:cNvSpPr/>
          <p:nvPr/>
        </p:nvSpPr>
        <p:spPr>
          <a:xfrm>
            <a:off x="457200" y="3008376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4342B"/>
                </a:solidFill>
              </a:rPr>
              <a:t>DeparturePlan  –  5 Fälle</a:t>
            </a:r>
            <a:endParaRPr lang="en-US" sz="1350"/>
          </a:p>
        </p:txBody>
      </p:sp>
      <p:sp>
        <p:nvSpPr>
          <p:cNvPr id="19" name="Text 17"/>
          <p:cNvSpPr/>
          <p:nvPr/>
        </p:nvSpPr>
        <p:spPr>
          <a:xfrm>
            <a:off x="457200" y="34290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err="1">
                <a:solidFill>
                  <a:srgbClr val="587067"/>
                </a:solidFill>
              </a:rPr>
              <a:t>Abfahrtsplanung</a:t>
            </a:r>
            <a:r>
              <a:rPr lang="en-US" sz="1100" i="1">
                <a:solidFill>
                  <a:srgbClr val="587067"/>
                </a:solidFill>
              </a:rPr>
              <a:t>: bis </a:t>
            </a:r>
            <a:r>
              <a:rPr lang="en-US" sz="1100" i="1" err="1">
                <a:solidFill>
                  <a:srgbClr val="587067"/>
                </a:solidFill>
              </a:rPr>
              <a:t>wann</a:t>
            </a:r>
            <a:r>
              <a:rPr lang="en-US" sz="1100" i="1">
                <a:solidFill>
                  <a:srgbClr val="587067"/>
                </a:solidFill>
              </a:rPr>
              <a:t> </a:t>
            </a:r>
            <a:r>
              <a:rPr lang="en-US" sz="1100" i="1" err="1">
                <a:solidFill>
                  <a:srgbClr val="587067"/>
                </a:solidFill>
              </a:rPr>
              <a:t>soll</a:t>
            </a:r>
            <a:r>
              <a:rPr lang="en-US" sz="1100" i="1">
                <a:solidFill>
                  <a:srgbClr val="587067"/>
                </a:solidFill>
              </a:rPr>
              <a:t> das </a:t>
            </a:r>
            <a:r>
              <a:rPr lang="en-US" sz="1100" i="1" err="1">
                <a:solidFill>
                  <a:srgbClr val="587067"/>
                </a:solidFill>
              </a:rPr>
              <a:t>Fahrzeug</a:t>
            </a:r>
            <a:r>
              <a:rPr lang="en-US" sz="1100" i="1">
                <a:solidFill>
                  <a:srgbClr val="587067"/>
                </a:solidFill>
              </a:rPr>
              <a:t> auf </a:t>
            </a:r>
            <a:r>
              <a:rPr lang="en-US" sz="1100" i="1" err="1">
                <a:solidFill>
                  <a:srgbClr val="587067"/>
                </a:solidFill>
              </a:rPr>
              <a:t>welchen</a:t>
            </a:r>
            <a:r>
              <a:rPr lang="en-US" sz="1100" i="1">
                <a:solidFill>
                  <a:srgbClr val="587067"/>
                </a:solidFill>
              </a:rPr>
              <a:t> </a:t>
            </a:r>
            <a:r>
              <a:rPr lang="en-US" sz="1100" i="1" err="1">
                <a:solidFill>
                  <a:srgbClr val="587067"/>
                </a:solidFill>
              </a:rPr>
              <a:t>Ladestand</a:t>
            </a:r>
            <a:r>
              <a:rPr lang="en-US" sz="1100" i="1">
                <a:solidFill>
                  <a:srgbClr val="587067"/>
                </a:solidFill>
              </a:rPr>
              <a:t> </a:t>
            </a:r>
            <a:r>
              <a:rPr lang="en-US" sz="1100" i="1" err="1">
                <a:solidFill>
                  <a:srgbClr val="587067"/>
                </a:solidFill>
              </a:rPr>
              <a:t>geladen</a:t>
            </a:r>
            <a:r>
              <a:rPr lang="en-US" sz="1100" i="1">
                <a:solidFill>
                  <a:srgbClr val="587067"/>
                </a:solidFill>
              </a:rPr>
              <a:t> sein?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457200" y="381304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4342B"/>
                </a:solidFill>
              </a:rPr>
              <a:t>– Abfahrtszeit setzbar und wird angezeigt</a:t>
            </a:r>
            <a:endParaRPr lang="en-US" sz="1050"/>
          </a:p>
        </p:txBody>
      </p:sp>
      <p:sp>
        <p:nvSpPr>
          <p:cNvPr id="21" name="Text 19"/>
          <p:cNvSpPr/>
          <p:nvPr/>
        </p:nvSpPr>
        <p:spPr>
          <a:xfrm>
            <a:off x="457200" y="401421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4342B"/>
                </a:solidFill>
              </a:rPr>
              <a:t>– Ziel-SoC setzbar</a:t>
            </a:r>
            <a:endParaRPr lang="en-US" sz="1050"/>
          </a:p>
        </p:txBody>
      </p:sp>
      <p:sp>
        <p:nvSpPr>
          <p:cNvPr id="22" name="Text 20"/>
          <p:cNvSpPr/>
          <p:nvPr/>
        </p:nvSpPr>
        <p:spPr>
          <a:xfrm>
            <a:off x="457200" y="421538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4342B"/>
                </a:solidFill>
              </a:rPr>
              <a:t>– </a:t>
            </a:r>
            <a:r>
              <a:rPr lang="en-US" sz="1050" err="1">
                <a:solidFill>
                  <a:srgbClr val="14342B"/>
                </a:solidFill>
              </a:rPr>
              <a:t>Wechsel</a:t>
            </a:r>
            <a:r>
              <a:rPr lang="en-US" sz="1050">
                <a:solidFill>
                  <a:srgbClr val="14342B"/>
                </a:solidFill>
              </a:rPr>
              <a:t> der </a:t>
            </a:r>
            <a:r>
              <a:rPr lang="en-US" sz="1050" err="1">
                <a:solidFill>
                  <a:srgbClr val="14342B"/>
                </a:solidFill>
              </a:rPr>
              <a:t>Anzeige</a:t>
            </a:r>
            <a:r>
              <a:rPr lang="en-US" sz="1050">
                <a:solidFill>
                  <a:srgbClr val="14342B"/>
                </a:solidFill>
              </a:rPr>
              <a:t> </a:t>
            </a:r>
            <a:r>
              <a:rPr lang="en-US" sz="1050" err="1">
                <a:solidFill>
                  <a:srgbClr val="14342B"/>
                </a:solidFill>
              </a:rPr>
              <a:t>wenn</a:t>
            </a:r>
            <a:r>
              <a:rPr lang="en-US" sz="1050">
                <a:solidFill>
                  <a:srgbClr val="14342B"/>
                </a:solidFill>
              </a:rPr>
              <a:t> Plan </a:t>
            </a:r>
            <a:r>
              <a:rPr lang="en-US" sz="1050" err="1">
                <a:solidFill>
                  <a:srgbClr val="14342B"/>
                </a:solidFill>
              </a:rPr>
              <a:t>aktiv</a:t>
            </a:r>
            <a:r>
              <a:rPr lang="en-US" sz="1050">
                <a:solidFill>
                  <a:srgbClr val="14342B"/>
                </a:solidFill>
              </a:rPr>
              <a:t> </a:t>
            </a:r>
            <a:r>
              <a:rPr lang="en-US" sz="1050" err="1">
                <a:solidFill>
                  <a:srgbClr val="14342B"/>
                </a:solidFill>
              </a:rPr>
              <a:t>wird</a:t>
            </a:r>
            <a:endParaRPr lang="en-US" sz="1050"/>
          </a:p>
        </p:txBody>
      </p:sp>
      <p:sp>
        <p:nvSpPr>
          <p:cNvPr id="23" name="Text 21"/>
          <p:cNvSpPr/>
          <p:nvPr/>
        </p:nvSpPr>
        <p:spPr>
          <a:xfrm>
            <a:off x="457200" y="441655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4342B"/>
                </a:solidFill>
              </a:rPr>
              <a:t>– </a:t>
            </a:r>
            <a:r>
              <a:rPr lang="en-US" sz="1050" err="1">
                <a:solidFill>
                  <a:srgbClr val="14342B"/>
                </a:solidFill>
              </a:rPr>
              <a:t>Warnung</a:t>
            </a:r>
            <a:r>
              <a:rPr lang="en-US" sz="1050">
                <a:solidFill>
                  <a:srgbClr val="14342B"/>
                </a:solidFill>
              </a:rPr>
              <a:t> </a:t>
            </a:r>
            <a:r>
              <a:rPr lang="en-US" sz="1050" err="1">
                <a:solidFill>
                  <a:srgbClr val="14342B"/>
                </a:solidFill>
              </a:rPr>
              <a:t>bei</a:t>
            </a:r>
            <a:r>
              <a:rPr lang="en-US" sz="1050">
                <a:solidFill>
                  <a:srgbClr val="14342B"/>
                </a:solidFill>
              </a:rPr>
              <a:t> nicht </a:t>
            </a:r>
            <a:r>
              <a:rPr lang="en-US" sz="1050" err="1">
                <a:solidFill>
                  <a:srgbClr val="14342B"/>
                </a:solidFill>
              </a:rPr>
              <a:t>erreichbarem</a:t>
            </a:r>
            <a:r>
              <a:rPr lang="en-US" sz="1050">
                <a:solidFill>
                  <a:srgbClr val="14342B"/>
                </a:solidFill>
              </a:rPr>
              <a:t> Plan</a:t>
            </a:r>
            <a:endParaRPr lang="en-US" sz="1050"/>
          </a:p>
        </p:txBody>
      </p:sp>
      <p:sp>
        <p:nvSpPr>
          <p:cNvPr id="27" name="Shape 25"/>
          <p:cNvSpPr/>
          <p:nvPr/>
        </p:nvSpPr>
        <p:spPr>
          <a:xfrm>
            <a:off x="274320" y="4773168"/>
            <a:ext cx="8595360" cy="1691640"/>
          </a:xfrm>
          <a:prstGeom prst="roundRect">
            <a:avLst>
              <a:gd name="adj" fmla="val 4324"/>
            </a:avLst>
          </a:prstGeom>
          <a:solidFill>
            <a:srgbClr val="FEF3DC"/>
          </a:solidFill>
          <a:ln w="9525">
            <a:solidFill>
              <a:srgbClr val="D9B86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8" name="Text 26"/>
          <p:cNvSpPr/>
          <p:nvPr/>
        </p:nvSpPr>
        <p:spPr>
          <a:xfrm>
            <a:off x="457200" y="4837176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4342B"/>
                </a:solidFill>
              </a:rPr>
              <a:t>MinSocCharging  –  4 Fälle</a:t>
            </a:r>
            <a:endParaRPr lang="en-US" sz="1350"/>
          </a:p>
        </p:txBody>
      </p:sp>
      <p:sp>
        <p:nvSpPr>
          <p:cNvPr id="29" name="Text 27"/>
          <p:cNvSpPr/>
          <p:nvPr/>
        </p:nvSpPr>
        <p:spPr>
          <a:xfrm>
            <a:off x="457200" y="52578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587067"/>
                </a:solidFill>
              </a:rPr>
              <a:t>Mindest-SoC: sichert beim Anstecken eine Notreserve, bevor Smart-Modus greift.</a:t>
            </a:r>
            <a:endParaRPr lang="en-US" sz="1100"/>
          </a:p>
        </p:txBody>
      </p:sp>
      <p:sp>
        <p:nvSpPr>
          <p:cNvPr id="30" name="Text 28"/>
          <p:cNvSpPr/>
          <p:nvPr/>
        </p:nvSpPr>
        <p:spPr>
          <a:xfrm>
            <a:off x="457200" y="564184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4342B"/>
                </a:solidFill>
              </a:rPr>
              <a:t>– Mindest-SoC einstellbar</a:t>
            </a:r>
            <a:endParaRPr lang="en-US" sz="1050"/>
          </a:p>
        </p:txBody>
      </p:sp>
      <p:sp>
        <p:nvSpPr>
          <p:cNvPr id="31" name="Text 29"/>
          <p:cNvSpPr/>
          <p:nvPr/>
        </p:nvSpPr>
        <p:spPr>
          <a:xfrm>
            <a:off x="457200" y="584301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4342B"/>
                </a:solidFill>
              </a:rPr>
              <a:t>– Laden startet sofort beim Anstecken bis Min-SoC</a:t>
            </a:r>
            <a:endParaRPr lang="en-US" sz="1050"/>
          </a:p>
        </p:txBody>
      </p:sp>
      <p:sp>
        <p:nvSpPr>
          <p:cNvPr id="32" name="Text 30"/>
          <p:cNvSpPr/>
          <p:nvPr/>
        </p:nvSpPr>
        <p:spPr>
          <a:xfrm>
            <a:off x="457200" y="604418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4342B"/>
                </a:solidFill>
              </a:rPr>
              <a:t>– Kein Smart-Modus bis Min-SoC erreicht</a:t>
            </a:r>
            <a:endParaRPr lang="en-US" sz="1050"/>
          </a:p>
        </p:txBody>
      </p:sp>
      <p:sp>
        <p:nvSpPr>
          <p:cNvPr id="33" name="Text 31"/>
          <p:cNvSpPr/>
          <p:nvPr/>
        </p:nvSpPr>
        <p:spPr>
          <a:xfrm>
            <a:off x="457200" y="624535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4342B"/>
                </a:solidFill>
              </a:rPr>
              <a:t>– Normalbetrieb danach</a:t>
            </a:r>
            <a:endParaRPr lang="en-US" sz="1050"/>
          </a:p>
        </p:txBody>
      </p:sp>
      <p:sp>
        <p:nvSpPr>
          <p:cNvPr id="34" name="Shape 32"/>
          <p:cNvSpPr/>
          <p:nvPr/>
        </p:nvSpPr>
        <p:spPr>
          <a:xfrm>
            <a:off x="4572000" y="4837176"/>
            <a:ext cx="4206240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5" name="Text 33"/>
          <p:cNvSpPr/>
          <p:nvPr/>
        </p:nvSpPr>
        <p:spPr>
          <a:xfrm>
            <a:off x="4736592" y="49377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err="1">
                <a:solidFill>
                  <a:srgbClr val="2C7A4B"/>
                </a:solidFill>
              </a:rPr>
              <a:t>Warum</a:t>
            </a:r>
            <a:r>
              <a:rPr lang="en-US" sz="1150" b="1">
                <a:solidFill>
                  <a:srgbClr val="2C7A4B"/>
                </a:solidFill>
              </a:rPr>
              <a:t> </a:t>
            </a:r>
            <a:r>
              <a:rPr lang="en-US" sz="1150" b="1" err="1">
                <a:solidFill>
                  <a:srgbClr val="2C7A4B"/>
                </a:solidFill>
              </a:rPr>
              <a:t>wichtig</a:t>
            </a:r>
            <a:r>
              <a:rPr lang="en-US" sz="1150" b="1">
                <a:solidFill>
                  <a:srgbClr val="2C7A4B"/>
                </a:solidFill>
              </a:rPr>
              <a:t>?</a:t>
            </a:r>
            <a:endParaRPr lang="en-US" sz="1150"/>
          </a:p>
        </p:txBody>
      </p:sp>
      <p:sp>
        <p:nvSpPr>
          <p:cNvPr id="36" name="Text 34"/>
          <p:cNvSpPr/>
          <p:nvPr/>
        </p:nvSpPr>
        <p:spPr>
          <a:xfrm>
            <a:off x="4736592" y="532180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14342B"/>
                </a:solidFill>
              </a:rPr>
              <a:t>Ohne Notreserve riskiert der Nutzer leere Batterie bei ungeplanten Fahrten.</a:t>
            </a:r>
            <a:endParaRPr lang="en-US" sz="1150"/>
          </a:p>
        </p:txBody>
      </p:sp>
      <p:pic>
        <p:nvPicPr>
          <p:cNvPr id="41" name="Grafik 40">
            <a:extLst>
              <a:ext uri="{FF2B5EF4-FFF2-40B4-BE49-F238E27FC236}">
                <a16:creationId xmlns:a16="http://schemas.microsoft.com/office/drawing/2014/main" id="{320CCC2C-0BFD-4FF1-D81C-B6BFB955E1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3003075"/>
            <a:ext cx="2401164" cy="1591000"/>
          </a:xfrm>
          <a:prstGeom prst="rect">
            <a:avLst/>
          </a:prstGeom>
        </p:spPr>
      </p:pic>
      <p:pic>
        <p:nvPicPr>
          <p:cNvPr id="43" name="Grafik 42">
            <a:extLst>
              <a:ext uri="{FF2B5EF4-FFF2-40B4-BE49-F238E27FC236}">
                <a16:creationId xmlns:a16="http://schemas.microsoft.com/office/drawing/2014/main" id="{5C1D3DD4-672B-CF03-35CA-20345DB3EA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1574" y="1165888"/>
            <a:ext cx="2427390" cy="1591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2F7F4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342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</a:rPr>
              <a:t>E2E (Playwright) – </a:t>
            </a:r>
            <a:r>
              <a:rPr lang="en-US" sz="2400" b="1" err="1">
                <a:solidFill>
                  <a:srgbClr val="FFFFFF"/>
                </a:solidFill>
              </a:rPr>
              <a:t>Übersicht</a:t>
            </a:r>
            <a:endParaRPr lang="en-US" sz="2400"/>
          </a:p>
        </p:txBody>
      </p:sp>
      <p:sp>
        <p:nvSpPr>
          <p:cNvPr id="6" name="Shape 4"/>
          <p:cNvSpPr/>
          <p:nvPr/>
        </p:nvSpPr>
        <p:spPr>
          <a:xfrm>
            <a:off x="274320" y="1664208"/>
            <a:ext cx="4160520" cy="4434840"/>
          </a:xfrm>
          <a:prstGeom prst="roundRect">
            <a:avLst>
              <a:gd name="adj" fmla="val 1758"/>
            </a:avLst>
          </a:prstGeom>
          <a:solidFill>
            <a:srgbClr val="E3EDE7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/>
          <p:nvPr/>
        </p:nvSpPr>
        <p:spPr>
          <a:xfrm>
            <a:off x="384048" y="17556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822960" y="1783080"/>
            <a:ext cx="3474720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b="1" err="1">
                <a:solidFill>
                  <a:srgbClr val="14342B"/>
                </a:solidFill>
              </a:rPr>
              <a:t>Kaltenegger</a:t>
            </a:r>
            <a:r>
              <a:rPr lang="en-US" sz="1300" b="1">
                <a:solidFill>
                  <a:srgbClr val="14342B"/>
                </a:solidFill>
              </a:rPr>
              <a:t> – 4 </a:t>
            </a:r>
            <a:r>
              <a:rPr lang="en-US" sz="1300" b="1" err="1">
                <a:solidFill>
                  <a:srgbClr val="14342B"/>
                </a:solidFill>
              </a:rPr>
              <a:t>Fälle</a:t>
            </a:r>
            <a:r>
              <a:rPr lang="en-US" sz="1300" b="1">
                <a:solidFill>
                  <a:srgbClr val="14342B"/>
                </a:solidFill>
              </a:rPr>
              <a:t> / 2 Flows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411480" y="2304288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1" name="Text 9"/>
          <p:cNvSpPr/>
          <p:nvPr/>
        </p:nvSpPr>
        <p:spPr>
          <a:xfrm>
            <a:off x="548640" y="239572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4342B"/>
                </a:solidFill>
              </a:rPr>
              <a:t>charge-plan-flow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548640" y="2834640"/>
            <a:ext cx="347472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50">
                <a:solidFill>
                  <a:srgbClr val="14342B"/>
                </a:solidFill>
              </a:rPr>
              <a:t>– </a:t>
            </a:r>
            <a:r>
              <a:rPr lang="en-US" sz="1050" err="1">
                <a:solidFill>
                  <a:srgbClr val="14342B"/>
                </a:solidFill>
              </a:rPr>
              <a:t>Ladeplan</a:t>
            </a:r>
            <a:r>
              <a:rPr lang="en-US" sz="1050">
                <a:solidFill>
                  <a:srgbClr val="14342B"/>
                </a:solidFill>
              </a:rPr>
              <a:t>-Button </a:t>
            </a:r>
            <a:r>
              <a:rPr lang="en-US" sz="1050" err="1">
                <a:solidFill>
                  <a:srgbClr val="14342B"/>
                </a:solidFill>
              </a:rPr>
              <a:t>öffnet</a:t>
            </a:r>
            <a:r>
              <a:rPr lang="en-US" sz="1050">
                <a:solidFill>
                  <a:srgbClr val="14342B"/>
                </a:solidFill>
              </a:rPr>
              <a:t> Modal</a:t>
            </a:r>
            <a:endParaRPr lang="en-US" sz="105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8640" y="3182112"/>
            <a:ext cx="347472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50">
                <a:solidFill>
                  <a:srgbClr val="14342B"/>
                </a:solidFill>
              </a:rPr>
              <a:t>– Modal </a:t>
            </a:r>
            <a:r>
              <a:rPr lang="en-US" sz="1050" err="1">
                <a:solidFill>
                  <a:srgbClr val="14342B"/>
                </a:solidFill>
              </a:rPr>
              <a:t>zeigt</a:t>
            </a:r>
            <a:r>
              <a:rPr lang="en-US" sz="1050">
                <a:solidFill>
                  <a:srgbClr val="14342B"/>
                </a:solidFill>
              </a:rPr>
              <a:t> Zeit- und </a:t>
            </a:r>
            <a:r>
              <a:rPr lang="en-US" sz="1050" err="1">
                <a:solidFill>
                  <a:srgbClr val="14342B"/>
                </a:solidFill>
              </a:rPr>
              <a:t>Energiefeld</a:t>
            </a:r>
            <a:endParaRPr lang="en-US" sz="1050" err="1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8640" y="3602736"/>
            <a:ext cx="347472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 err="1">
                <a:solidFill>
                  <a:srgbClr val="2C7A4B"/>
                </a:solidFill>
              </a:rPr>
              <a:t>Vollständiger</a:t>
            </a:r>
            <a:r>
              <a:rPr lang="en-US" sz="1000">
                <a:solidFill>
                  <a:srgbClr val="2C7A4B"/>
                </a:solidFill>
              </a:rPr>
              <a:t> Smart-Charging-Workflow </a:t>
            </a:r>
            <a:r>
              <a:rPr lang="en-US" sz="1000" err="1">
                <a:solidFill>
                  <a:srgbClr val="2C7A4B"/>
                </a:solidFill>
              </a:rPr>
              <a:t>im</a:t>
            </a:r>
            <a:r>
              <a:rPr lang="en-US" sz="1000">
                <a:solidFill>
                  <a:srgbClr val="2C7A4B"/>
                </a:solidFill>
              </a:rPr>
              <a:t> </a:t>
            </a:r>
            <a:r>
              <a:rPr lang="en-US" sz="1000" err="1">
                <a:solidFill>
                  <a:srgbClr val="2C7A4B"/>
                </a:solidFill>
              </a:rPr>
              <a:t>echten</a:t>
            </a:r>
            <a:r>
              <a:rPr lang="en-US" sz="1000">
                <a:solidFill>
                  <a:srgbClr val="2C7A4B"/>
                </a:solidFill>
              </a:rPr>
              <a:t> Browser</a:t>
            </a:r>
            <a:endParaRPr lang="en-US" sz="100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1480" y="4133088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6" name="Text 14"/>
          <p:cNvSpPr/>
          <p:nvPr/>
        </p:nvSpPr>
        <p:spPr>
          <a:xfrm>
            <a:off x="548640" y="422452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4342B"/>
                </a:solidFill>
              </a:rPr>
              <a:t>loadpoint-flow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548640" y="4663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4342B"/>
                </a:solidFill>
              </a:rPr>
              <a:t>– Seitentitel sichtbar mit Live-Leistung (1.0 kW)</a:t>
            </a:r>
            <a:endParaRPr lang="en-US" sz="1050"/>
          </a:p>
        </p:txBody>
      </p:sp>
      <p:sp>
        <p:nvSpPr>
          <p:cNvPr id="18" name="Text 16"/>
          <p:cNvSpPr/>
          <p:nvPr/>
        </p:nvSpPr>
        <p:spPr>
          <a:xfrm>
            <a:off x="548640" y="50109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4342B"/>
                </a:solidFill>
              </a:rPr>
              <a:t>– Genau ein Ladepunkt 'Carport' angezeigt</a:t>
            </a:r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548640" y="543153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2C7A4B"/>
                </a:solidFill>
              </a:rPr>
              <a:t>WebSocket-Daten kommen korrekt im Widget an</a:t>
            </a:r>
            <a:endParaRPr lang="en-US" sz="1000"/>
          </a:p>
        </p:txBody>
      </p:sp>
      <p:sp>
        <p:nvSpPr>
          <p:cNvPr id="20" name="Shape 18"/>
          <p:cNvSpPr/>
          <p:nvPr/>
        </p:nvSpPr>
        <p:spPr>
          <a:xfrm>
            <a:off x="4709160" y="1664208"/>
            <a:ext cx="4160520" cy="4434840"/>
          </a:xfrm>
          <a:prstGeom prst="roundRect">
            <a:avLst>
              <a:gd name="adj" fmla="val 1758"/>
            </a:avLst>
          </a:prstGeom>
          <a:solidFill>
            <a:srgbClr val="FEF3DC"/>
          </a:solidFill>
          <a:ln w="9525">
            <a:solidFill>
              <a:srgbClr val="D9B86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2" name="Text 20"/>
          <p:cNvSpPr/>
          <p:nvPr/>
        </p:nvSpPr>
        <p:spPr>
          <a:xfrm>
            <a:off x="4818888" y="17556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5257800" y="178308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4342B"/>
                </a:solidFill>
              </a:rPr>
              <a:t>Moser – 2 </a:t>
            </a:r>
            <a:r>
              <a:rPr lang="en-US" sz="1300" b="1" err="1">
                <a:solidFill>
                  <a:srgbClr val="14342B"/>
                </a:solidFill>
              </a:rPr>
              <a:t>Fälle</a:t>
            </a:r>
            <a:endParaRPr lang="en-US" sz="1300"/>
          </a:p>
        </p:txBody>
      </p:sp>
      <p:sp>
        <p:nvSpPr>
          <p:cNvPr id="24" name="Shape 22"/>
          <p:cNvSpPr/>
          <p:nvPr/>
        </p:nvSpPr>
        <p:spPr>
          <a:xfrm>
            <a:off x="4846320" y="2304288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5" name="Text 23"/>
          <p:cNvSpPr/>
          <p:nvPr/>
        </p:nvSpPr>
        <p:spPr>
          <a:xfrm>
            <a:off x="4983480" y="239572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4342B"/>
                </a:solidFill>
              </a:rPr>
              <a:t>charging-lifecycle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4983480" y="28346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4342B"/>
                </a:solidFill>
              </a:rPr>
              <a:t>– Kompletter Lade-Zyklus (anstecken → laden → trennen)</a:t>
            </a:r>
            <a:endParaRPr lang="en-US" sz="1050"/>
          </a:p>
        </p:txBody>
      </p:sp>
      <p:sp>
        <p:nvSpPr>
          <p:cNvPr id="27" name="Text 25"/>
          <p:cNvSpPr/>
          <p:nvPr/>
        </p:nvSpPr>
        <p:spPr>
          <a:xfrm>
            <a:off x="4983480" y="360273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D9952B"/>
                </a:solidFill>
              </a:rPr>
              <a:t>Kern-Journey aus Nutzerperspektive</a:t>
            </a:r>
            <a:endParaRPr lang="en-US" sz="1000"/>
          </a:p>
        </p:txBody>
      </p:sp>
      <p:sp>
        <p:nvSpPr>
          <p:cNvPr id="28" name="Shape 26"/>
          <p:cNvSpPr/>
          <p:nvPr/>
        </p:nvSpPr>
        <p:spPr>
          <a:xfrm>
            <a:off x="4846320" y="4133088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9" name="Text 27"/>
          <p:cNvSpPr/>
          <p:nvPr/>
        </p:nvSpPr>
        <p:spPr>
          <a:xfrm>
            <a:off x="4983480" y="422452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4342B"/>
                </a:solidFill>
              </a:rPr>
              <a:t>smart-cost-flow</a:t>
            </a:r>
            <a:endParaRPr lang="en-US" sz="1200"/>
          </a:p>
        </p:txBody>
      </p:sp>
      <p:sp>
        <p:nvSpPr>
          <p:cNvPr id="30" name="Text 28"/>
          <p:cNvSpPr/>
          <p:nvPr/>
        </p:nvSpPr>
        <p:spPr>
          <a:xfrm>
            <a:off x="4983480" y="4663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4342B"/>
                </a:solidFill>
              </a:rPr>
              <a:t>– Smart-Cost-Limit setzen → evcc priorisiert günstigen Strom</a:t>
            </a:r>
            <a:endParaRPr lang="en-US" sz="1050"/>
          </a:p>
        </p:txBody>
      </p:sp>
      <p:sp>
        <p:nvSpPr>
          <p:cNvPr id="31" name="Text 29"/>
          <p:cNvSpPr/>
          <p:nvPr/>
        </p:nvSpPr>
        <p:spPr>
          <a:xfrm>
            <a:off x="4983480" y="543153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D9952B"/>
                </a:solidFill>
              </a:rPr>
              <a:t>Wirtschaftlicher Kernpfad von evcc</a:t>
            </a:r>
            <a:endParaRPr lang="en-US"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2F7F4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342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</a:rPr>
              <a:t>E2E-Tests – Kaltenegger (Detail)</a:t>
            </a:r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8732520" y="3291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274320" y="1353312"/>
            <a:ext cx="8595360" cy="2286000"/>
          </a:xfrm>
          <a:prstGeom prst="roundRect">
            <a:avLst>
              <a:gd name="adj" fmla="val 3200"/>
            </a:avLst>
          </a:prstGeom>
          <a:solidFill>
            <a:srgbClr val="E3EDE7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/>
          <p:nvPr/>
        </p:nvSpPr>
        <p:spPr>
          <a:xfrm>
            <a:off x="457200" y="146304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4342B"/>
                </a:solidFill>
              </a:rPr>
              <a:t>charge-plan-flow  –  4 Testfälle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566928" y="2029968"/>
            <a:ext cx="7936992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50" err="1">
                <a:solidFill>
                  <a:srgbClr val="14342B"/>
                </a:solidFill>
              </a:rPr>
              <a:t>Ladeplanung</a:t>
            </a:r>
            <a:r>
              <a:rPr lang="en-US" sz="1250">
                <a:solidFill>
                  <a:srgbClr val="14342B"/>
                </a:solidFill>
              </a:rPr>
              <a:t> </a:t>
            </a:r>
            <a:r>
              <a:rPr lang="en-US" sz="1250" err="1">
                <a:solidFill>
                  <a:srgbClr val="14342B"/>
                </a:solidFill>
              </a:rPr>
              <a:t>ist</a:t>
            </a:r>
            <a:r>
              <a:rPr lang="en-US" sz="1250">
                <a:solidFill>
                  <a:srgbClr val="14342B"/>
                </a:solidFill>
              </a:rPr>
              <a:t> das </a:t>
            </a:r>
            <a:r>
              <a:rPr lang="en-US" sz="1250" err="1">
                <a:solidFill>
                  <a:srgbClr val="14342B"/>
                </a:solidFill>
              </a:rPr>
              <a:t>Kernfeature</a:t>
            </a:r>
            <a:r>
              <a:rPr lang="en-US" sz="1250">
                <a:solidFill>
                  <a:srgbClr val="14342B"/>
                </a:solidFill>
              </a:rPr>
              <a:t> von </a:t>
            </a:r>
            <a:r>
              <a:rPr lang="en-US" sz="1250" err="1">
                <a:solidFill>
                  <a:srgbClr val="14342B"/>
                </a:solidFill>
              </a:rPr>
              <a:t>evcc</a:t>
            </a:r>
            <a:r>
              <a:rPr lang="en-US" sz="1250">
                <a:solidFill>
                  <a:srgbClr val="14342B"/>
                </a:solidFill>
              </a:rPr>
              <a:t>: </a:t>
            </a:r>
            <a:r>
              <a:rPr lang="en-US" sz="1250" err="1">
                <a:solidFill>
                  <a:srgbClr val="14342B"/>
                </a:solidFill>
              </a:rPr>
              <a:t>Nutzer</a:t>
            </a:r>
            <a:r>
              <a:rPr lang="en-US" sz="1250">
                <a:solidFill>
                  <a:srgbClr val="14342B"/>
                </a:solidFill>
              </a:rPr>
              <a:t> </a:t>
            </a:r>
            <a:r>
              <a:rPr lang="en-US" sz="1250" err="1">
                <a:solidFill>
                  <a:srgbClr val="14342B"/>
                </a:solidFill>
              </a:rPr>
              <a:t>legen</a:t>
            </a:r>
            <a:r>
              <a:rPr lang="en-US" sz="1250">
                <a:solidFill>
                  <a:srgbClr val="14342B"/>
                </a:solidFill>
              </a:rPr>
              <a:t> fest </a:t>
            </a:r>
            <a:r>
              <a:rPr lang="en-US" sz="1250" err="1">
                <a:solidFill>
                  <a:srgbClr val="14342B"/>
                </a:solidFill>
              </a:rPr>
              <a:t>wann</a:t>
            </a:r>
            <a:r>
              <a:rPr lang="en-US" sz="1250">
                <a:solidFill>
                  <a:srgbClr val="14342B"/>
                </a:solidFill>
              </a:rPr>
              <a:t> und auf </a:t>
            </a:r>
            <a:r>
              <a:rPr lang="en-US" sz="1250" err="1">
                <a:solidFill>
                  <a:srgbClr val="14342B"/>
                </a:solidFill>
              </a:rPr>
              <a:t>welchen</a:t>
            </a:r>
            <a:r>
              <a:rPr lang="en-US" sz="1250">
                <a:solidFill>
                  <a:srgbClr val="14342B"/>
                </a:solidFill>
              </a:rPr>
              <a:t> </a:t>
            </a:r>
            <a:r>
              <a:rPr lang="en-US" sz="1250" err="1">
                <a:solidFill>
                  <a:srgbClr val="14342B"/>
                </a:solidFill>
              </a:rPr>
              <a:t>Ladestand</a:t>
            </a:r>
            <a:r>
              <a:rPr lang="en-US" sz="1250">
                <a:solidFill>
                  <a:srgbClr val="14342B"/>
                </a:solidFill>
              </a:rPr>
              <a:t> </a:t>
            </a:r>
            <a:r>
              <a:rPr lang="en-US" sz="1250" err="1">
                <a:solidFill>
                  <a:srgbClr val="14342B"/>
                </a:solidFill>
              </a:rPr>
              <a:t>geladen</a:t>
            </a:r>
            <a:r>
              <a:rPr lang="en-US" sz="1250">
                <a:solidFill>
                  <a:srgbClr val="14342B"/>
                </a:solidFill>
              </a:rPr>
              <a:t> </a:t>
            </a:r>
            <a:r>
              <a:rPr lang="en-US" sz="1250" err="1">
                <a:solidFill>
                  <a:srgbClr val="14342B"/>
                </a:solidFill>
              </a:rPr>
              <a:t>werden</a:t>
            </a:r>
            <a:r>
              <a:rPr lang="en-US" sz="1250">
                <a:solidFill>
                  <a:srgbClr val="14342B"/>
                </a:solidFill>
              </a:rPr>
              <a:t> </a:t>
            </a:r>
            <a:r>
              <a:rPr lang="en-US" sz="1250" err="1">
                <a:solidFill>
                  <a:srgbClr val="14342B"/>
                </a:solidFill>
              </a:rPr>
              <a:t>soll</a:t>
            </a:r>
            <a:r>
              <a:rPr lang="en-US" sz="1250">
                <a:solidFill>
                  <a:srgbClr val="14342B"/>
                </a:solidFill>
              </a:rPr>
              <a:t>. </a:t>
            </a:r>
            <a:r>
              <a:rPr lang="en-US" sz="1250" err="1">
                <a:solidFill>
                  <a:srgbClr val="14342B"/>
                </a:solidFill>
              </a:rPr>
              <a:t>Ist</a:t>
            </a:r>
            <a:r>
              <a:rPr lang="en-US" sz="1250">
                <a:solidFill>
                  <a:srgbClr val="14342B"/>
                </a:solidFill>
              </a:rPr>
              <a:t> der Button nicht </a:t>
            </a:r>
            <a:r>
              <a:rPr lang="en-US" sz="1250" err="1">
                <a:solidFill>
                  <a:srgbClr val="14342B"/>
                </a:solidFill>
              </a:rPr>
              <a:t>klickbar</a:t>
            </a:r>
            <a:r>
              <a:rPr lang="en-US" sz="1250">
                <a:solidFill>
                  <a:srgbClr val="14342B"/>
                </a:solidFill>
              </a:rPr>
              <a:t>, das Modal </a:t>
            </a:r>
            <a:r>
              <a:rPr lang="en-US" sz="1250" err="1">
                <a:solidFill>
                  <a:srgbClr val="14342B"/>
                </a:solidFill>
              </a:rPr>
              <a:t>fehlerhaft</a:t>
            </a:r>
            <a:r>
              <a:rPr lang="en-US" sz="1250">
                <a:solidFill>
                  <a:srgbClr val="14342B"/>
                </a:solidFill>
              </a:rPr>
              <a:t> </a:t>
            </a:r>
            <a:r>
              <a:rPr lang="en-US" sz="1250" err="1">
                <a:solidFill>
                  <a:srgbClr val="14342B"/>
                </a:solidFill>
              </a:rPr>
              <a:t>oder</a:t>
            </a:r>
            <a:r>
              <a:rPr lang="en-US" sz="1250">
                <a:solidFill>
                  <a:srgbClr val="14342B"/>
                </a:solidFill>
              </a:rPr>
              <a:t> die Felder </a:t>
            </a:r>
            <a:r>
              <a:rPr lang="en-US" sz="1250" err="1">
                <a:solidFill>
                  <a:srgbClr val="14342B"/>
                </a:solidFill>
              </a:rPr>
              <a:t>deaktiviert</a:t>
            </a:r>
            <a:r>
              <a:rPr lang="en-US" sz="1250">
                <a:solidFill>
                  <a:srgbClr val="14342B"/>
                </a:solidFill>
              </a:rPr>
              <a:t> – der </a:t>
            </a:r>
            <a:r>
              <a:rPr lang="en-US" sz="1250" err="1">
                <a:solidFill>
                  <a:srgbClr val="14342B"/>
                </a:solidFill>
              </a:rPr>
              <a:t>Nutzer</a:t>
            </a:r>
            <a:r>
              <a:rPr lang="en-US" sz="1250">
                <a:solidFill>
                  <a:srgbClr val="14342B"/>
                </a:solidFill>
              </a:rPr>
              <a:t> </a:t>
            </a:r>
            <a:r>
              <a:rPr lang="en-US" sz="1250" err="1">
                <a:solidFill>
                  <a:srgbClr val="14342B"/>
                </a:solidFill>
              </a:rPr>
              <a:t>kann</a:t>
            </a:r>
            <a:r>
              <a:rPr lang="en-US" sz="1250">
                <a:solidFill>
                  <a:srgbClr val="14342B"/>
                </a:solidFill>
              </a:rPr>
              <a:t> seinen </a:t>
            </a:r>
            <a:r>
              <a:rPr lang="en-US" sz="1250" err="1">
                <a:solidFill>
                  <a:srgbClr val="14342B"/>
                </a:solidFill>
              </a:rPr>
              <a:t>Ladeplan</a:t>
            </a:r>
            <a:r>
              <a:rPr lang="en-US" sz="1250">
                <a:solidFill>
                  <a:srgbClr val="14342B"/>
                </a:solidFill>
              </a:rPr>
              <a:t> nicht </a:t>
            </a:r>
            <a:r>
              <a:rPr lang="en-US" sz="1250" err="1">
                <a:solidFill>
                  <a:srgbClr val="14342B"/>
                </a:solidFill>
              </a:rPr>
              <a:t>setzen</a:t>
            </a:r>
            <a:r>
              <a:rPr lang="en-US" sz="1250">
                <a:solidFill>
                  <a:srgbClr val="14342B"/>
                </a:solidFill>
              </a:rPr>
              <a:t>.</a:t>
            </a:r>
            <a:endParaRPr lang="en-US" sz="1250"/>
          </a:p>
        </p:txBody>
      </p:sp>
      <p:sp>
        <p:nvSpPr>
          <p:cNvPr id="14" name="Shape 12"/>
          <p:cNvSpPr/>
          <p:nvPr/>
        </p:nvSpPr>
        <p:spPr>
          <a:xfrm>
            <a:off x="274320" y="3913632"/>
            <a:ext cx="8595360" cy="2286000"/>
          </a:xfrm>
          <a:prstGeom prst="roundRect">
            <a:avLst>
              <a:gd name="adj" fmla="val 3200"/>
            </a:avLst>
          </a:prstGeom>
          <a:solidFill>
            <a:srgbClr val="EBF5EF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5" name="Text 13"/>
          <p:cNvSpPr/>
          <p:nvPr/>
        </p:nvSpPr>
        <p:spPr>
          <a:xfrm>
            <a:off x="457200" y="402336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4342B"/>
                </a:solidFill>
              </a:rPr>
              <a:t>loadpoint-flow  –  2 Testfälle</a:t>
            </a:r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566928" y="4590288"/>
            <a:ext cx="7936992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14342B"/>
                </a:solidFill>
              </a:rPr>
              <a:t>Laden </a:t>
            </a:r>
            <a:r>
              <a:rPr lang="en-US" sz="1250" err="1">
                <a:solidFill>
                  <a:srgbClr val="14342B"/>
                </a:solidFill>
              </a:rPr>
              <a:t>ist</a:t>
            </a:r>
            <a:r>
              <a:rPr lang="en-US" sz="1250">
                <a:solidFill>
                  <a:srgbClr val="14342B"/>
                </a:solidFill>
              </a:rPr>
              <a:t> die </a:t>
            </a:r>
            <a:r>
              <a:rPr lang="en-US" sz="1250" err="1">
                <a:solidFill>
                  <a:srgbClr val="14342B"/>
                </a:solidFill>
              </a:rPr>
              <a:t>Kernfunktion</a:t>
            </a:r>
            <a:r>
              <a:rPr lang="en-US" sz="1250">
                <a:solidFill>
                  <a:srgbClr val="14342B"/>
                </a:solidFill>
              </a:rPr>
              <a:t> von </a:t>
            </a:r>
            <a:r>
              <a:rPr lang="en-US" sz="1250" err="1">
                <a:solidFill>
                  <a:srgbClr val="14342B"/>
                </a:solidFill>
              </a:rPr>
              <a:t>evcc</a:t>
            </a:r>
            <a:r>
              <a:rPr lang="en-US" sz="1250">
                <a:solidFill>
                  <a:srgbClr val="14342B"/>
                </a:solidFill>
              </a:rPr>
              <a:t>: </a:t>
            </a:r>
            <a:r>
              <a:rPr lang="en-US" sz="1250" err="1">
                <a:solidFill>
                  <a:srgbClr val="14342B"/>
                </a:solidFill>
              </a:rPr>
              <a:t>Fahrzeug</a:t>
            </a:r>
            <a:r>
              <a:rPr lang="en-US" sz="1250">
                <a:solidFill>
                  <a:srgbClr val="14342B"/>
                </a:solidFill>
              </a:rPr>
              <a:t> </a:t>
            </a:r>
            <a:r>
              <a:rPr lang="en-US" sz="1250" err="1">
                <a:solidFill>
                  <a:srgbClr val="14342B"/>
                </a:solidFill>
              </a:rPr>
              <a:t>anstecken</a:t>
            </a:r>
            <a:r>
              <a:rPr lang="en-US" sz="1250">
                <a:solidFill>
                  <a:srgbClr val="14342B"/>
                </a:solidFill>
              </a:rPr>
              <a:t> → Status </a:t>
            </a:r>
            <a:r>
              <a:rPr lang="en-US" sz="1250" err="1">
                <a:solidFill>
                  <a:srgbClr val="14342B"/>
                </a:solidFill>
              </a:rPr>
              <a:t>wechselt</a:t>
            </a:r>
            <a:r>
              <a:rPr lang="en-US" sz="1250">
                <a:solidFill>
                  <a:srgbClr val="14342B"/>
                </a:solidFill>
              </a:rPr>
              <a:t> </a:t>
            </a:r>
            <a:r>
              <a:rPr lang="en-US" sz="1250" err="1">
                <a:solidFill>
                  <a:srgbClr val="14342B"/>
                </a:solidFill>
              </a:rPr>
              <a:t>zu</a:t>
            </a:r>
            <a:r>
              <a:rPr lang="en-US" sz="1250">
                <a:solidFill>
                  <a:srgbClr val="14342B"/>
                </a:solidFill>
              </a:rPr>
              <a:t> Charging. Zeigt die UI den </a:t>
            </a:r>
            <a:r>
              <a:rPr lang="en-US" sz="1250" err="1">
                <a:solidFill>
                  <a:srgbClr val="14342B"/>
                </a:solidFill>
              </a:rPr>
              <a:t>falschen</a:t>
            </a:r>
            <a:r>
              <a:rPr lang="en-US" sz="1250">
                <a:solidFill>
                  <a:srgbClr val="14342B"/>
                </a:solidFill>
              </a:rPr>
              <a:t> Status </a:t>
            </a:r>
            <a:r>
              <a:rPr lang="en-US" sz="1250" err="1">
                <a:solidFill>
                  <a:srgbClr val="14342B"/>
                </a:solidFill>
              </a:rPr>
              <a:t>oder</a:t>
            </a:r>
            <a:r>
              <a:rPr lang="en-US" sz="1250">
                <a:solidFill>
                  <a:srgbClr val="14342B"/>
                </a:solidFill>
              </a:rPr>
              <a:t> </a:t>
            </a:r>
            <a:r>
              <a:rPr lang="en-US" sz="1250" err="1">
                <a:solidFill>
                  <a:srgbClr val="14342B"/>
                </a:solidFill>
              </a:rPr>
              <a:t>fehlt</a:t>
            </a:r>
            <a:r>
              <a:rPr lang="en-US" sz="1250">
                <a:solidFill>
                  <a:srgbClr val="14342B"/>
                </a:solidFill>
              </a:rPr>
              <a:t> der </a:t>
            </a:r>
            <a:r>
              <a:rPr lang="en-US" sz="1250" err="1">
                <a:solidFill>
                  <a:srgbClr val="14342B"/>
                </a:solidFill>
              </a:rPr>
              <a:t>Fortschrittsbalken</a:t>
            </a:r>
            <a:r>
              <a:rPr lang="en-US" sz="1250">
                <a:solidFill>
                  <a:srgbClr val="14342B"/>
                </a:solidFill>
              </a:rPr>
              <a:t>, </a:t>
            </a:r>
            <a:r>
              <a:rPr lang="en-US" sz="1250" err="1">
                <a:solidFill>
                  <a:srgbClr val="14342B"/>
                </a:solidFill>
              </a:rPr>
              <a:t>weiß</a:t>
            </a:r>
            <a:r>
              <a:rPr lang="en-US" sz="1250">
                <a:solidFill>
                  <a:srgbClr val="14342B"/>
                </a:solidFill>
              </a:rPr>
              <a:t> der </a:t>
            </a:r>
            <a:r>
              <a:rPr lang="en-US" sz="1250" err="1">
                <a:solidFill>
                  <a:srgbClr val="14342B"/>
                </a:solidFill>
              </a:rPr>
              <a:t>Nutzer</a:t>
            </a:r>
            <a:r>
              <a:rPr lang="en-US" sz="1250">
                <a:solidFill>
                  <a:srgbClr val="14342B"/>
                </a:solidFill>
              </a:rPr>
              <a:t> nicht </a:t>
            </a:r>
            <a:r>
              <a:rPr lang="en-US" sz="1250" err="1">
                <a:solidFill>
                  <a:srgbClr val="14342B"/>
                </a:solidFill>
              </a:rPr>
              <a:t>ob</a:t>
            </a:r>
            <a:r>
              <a:rPr lang="en-US" sz="1250">
                <a:solidFill>
                  <a:srgbClr val="14342B"/>
                </a:solidFill>
              </a:rPr>
              <a:t> sein Fahrzeug </a:t>
            </a:r>
            <a:r>
              <a:rPr lang="en-US" sz="1250" err="1">
                <a:solidFill>
                  <a:srgbClr val="14342B"/>
                </a:solidFill>
              </a:rPr>
              <a:t>lädt</a:t>
            </a:r>
            <a:r>
              <a:rPr lang="en-US" sz="1250">
                <a:solidFill>
                  <a:srgbClr val="14342B"/>
                </a:solidFill>
              </a:rPr>
              <a:t> – </a:t>
            </a:r>
            <a:r>
              <a:rPr lang="en-US" sz="1250" err="1">
                <a:solidFill>
                  <a:srgbClr val="14342B"/>
                </a:solidFill>
              </a:rPr>
              <a:t>Vertrauen</a:t>
            </a:r>
            <a:r>
              <a:rPr lang="en-US" sz="1250">
                <a:solidFill>
                  <a:srgbClr val="14342B"/>
                </a:solidFill>
              </a:rPr>
              <a:t> in das System </a:t>
            </a:r>
            <a:r>
              <a:rPr lang="en-US" sz="1250" err="1">
                <a:solidFill>
                  <a:srgbClr val="14342B"/>
                </a:solidFill>
              </a:rPr>
              <a:t>bricht</a:t>
            </a:r>
            <a:r>
              <a:rPr lang="en-US" sz="1250">
                <a:solidFill>
                  <a:srgbClr val="14342B"/>
                </a:solidFill>
              </a:rPr>
              <a:t>.</a:t>
            </a:r>
            <a:endParaRPr lang="en-US" sz="12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2F7F4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342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</a:rPr>
              <a:t>E2E-Tests – Moser (Detail)</a:t>
            </a:r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8732520" y="3291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274320" y="1353312"/>
            <a:ext cx="8595360" cy="2286000"/>
          </a:xfrm>
          <a:prstGeom prst="roundRect">
            <a:avLst>
              <a:gd name="adj" fmla="val 3200"/>
            </a:avLst>
          </a:prstGeom>
          <a:solidFill>
            <a:srgbClr val="E3EDE7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/>
          <p:nvPr/>
        </p:nvSpPr>
        <p:spPr>
          <a:xfrm>
            <a:off x="457200" y="146304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4342B"/>
                </a:solidFill>
              </a:rPr>
              <a:t>charging-lifecycle  –  1 Testfall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411480" y="1901952"/>
            <a:ext cx="3982720" cy="160934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2" name="Text 10"/>
          <p:cNvSpPr/>
          <p:nvPr/>
        </p:nvSpPr>
        <p:spPr>
          <a:xfrm>
            <a:off x="566928" y="2029968"/>
            <a:ext cx="3827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err="1">
                <a:solidFill>
                  <a:srgbClr val="14342B"/>
                </a:solidFill>
              </a:rPr>
              <a:t>Kompletter</a:t>
            </a:r>
            <a:r>
              <a:rPr lang="en-US" sz="1250" b="1">
                <a:solidFill>
                  <a:srgbClr val="14342B"/>
                </a:solidFill>
              </a:rPr>
              <a:t> Lade-</a:t>
            </a:r>
            <a:r>
              <a:rPr lang="en-US" sz="1250" b="1" err="1">
                <a:solidFill>
                  <a:srgbClr val="14342B"/>
                </a:solidFill>
              </a:rPr>
              <a:t>Zyklus</a:t>
            </a:r>
            <a:r>
              <a:rPr lang="en-US" sz="1250" b="1">
                <a:solidFill>
                  <a:srgbClr val="14342B"/>
                </a:solidFill>
              </a:rPr>
              <a:t>: </a:t>
            </a:r>
            <a:r>
              <a:rPr lang="en-US" sz="1250" b="1" err="1">
                <a:solidFill>
                  <a:srgbClr val="14342B"/>
                </a:solidFill>
              </a:rPr>
              <a:t>Fahrzeug</a:t>
            </a:r>
            <a:r>
              <a:rPr lang="en-US" sz="1250" b="1">
                <a:solidFill>
                  <a:srgbClr val="14342B"/>
                </a:solidFill>
              </a:rPr>
              <a:t> </a:t>
            </a:r>
            <a:r>
              <a:rPr lang="en-US" sz="1250" b="1" err="1">
                <a:solidFill>
                  <a:srgbClr val="14342B"/>
                </a:solidFill>
              </a:rPr>
              <a:t>anstecken</a:t>
            </a:r>
            <a:r>
              <a:rPr lang="en-US" sz="1250" b="1">
                <a:solidFill>
                  <a:srgbClr val="14342B"/>
                </a:solidFill>
              </a:rPr>
              <a:t> → Modus “Schnell” </a:t>
            </a:r>
            <a:r>
              <a:rPr lang="en-US" sz="1250" b="1" err="1">
                <a:solidFill>
                  <a:srgbClr val="14342B"/>
                </a:solidFill>
              </a:rPr>
              <a:t>auswählen</a:t>
            </a:r>
            <a:r>
              <a:rPr lang="en-US" sz="1250" b="1">
                <a:solidFill>
                  <a:srgbClr val="14342B"/>
                </a:solidFill>
              </a:rPr>
              <a:t> </a:t>
            </a:r>
            <a:r>
              <a:rPr lang="en-US" sz="1250" b="1">
                <a:solidFill>
                  <a:srgbClr val="14342B"/>
                </a:solidFill>
                <a:sym typeface="Wingdings" panose="05000000000000000000" pitchFamily="2" charset="2"/>
              </a:rPr>
              <a:t> </a:t>
            </a:r>
            <a:r>
              <a:rPr lang="en-US" sz="1250" b="1">
                <a:solidFill>
                  <a:srgbClr val="14342B"/>
                </a:solidFill>
              </a:rPr>
              <a:t>Laden </a:t>
            </a:r>
            <a:r>
              <a:rPr lang="en-US" sz="1250" b="1" err="1">
                <a:solidFill>
                  <a:srgbClr val="14342B"/>
                </a:solidFill>
              </a:rPr>
              <a:t>startet</a:t>
            </a:r>
            <a:r>
              <a:rPr lang="en-US" sz="1250" b="1">
                <a:solidFill>
                  <a:srgbClr val="14342B"/>
                </a:solidFill>
              </a:rPr>
              <a:t> → Laden </a:t>
            </a:r>
            <a:r>
              <a:rPr lang="en-US" sz="1250" b="1" err="1">
                <a:solidFill>
                  <a:srgbClr val="14342B"/>
                </a:solidFill>
              </a:rPr>
              <a:t>stoppen</a:t>
            </a:r>
            <a:endParaRPr lang="en-US" sz="1250"/>
          </a:p>
        </p:txBody>
      </p:sp>
      <p:sp>
        <p:nvSpPr>
          <p:cNvPr id="13" name="Text 11"/>
          <p:cNvSpPr/>
          <p:nvPr/>
        </p:nvSpPr>
        <p:spPr>
          <a:xfrm>
            <a:off x="566928" y="2468880"/>
            <a:ext cx="38272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err="1">
                <a:solidFill>
                  <a:srgbClr val="14342B"/>
                </a:solidFill>
              </a:rPr>
              <a:t>Zusammenspiel</a:t>
            </a:r>
            <a:r>
              <a:rPr lang="en-US" sz="1150">
                <a:solidFill>
                  <a:srgbClr val="14342B"/>
                </a:solidFill>
              </a:rPr>
              <a:t>: </a:t>
            </a:r>
            <a:r>
              <a:rPr lang="en-US" sz="1150" err="1">
                <a:solidFill>
                  <a:srgbClr val="14342B"/>
                </a:solidFill>
              </a:rPr>
              <a:t>Wallbox</a:t>
            </a:r>
            <a:r>
              <a:rPr lang="en-US" sz="1150">
                <a:solidFill>
                  <a:srgbClr val="14342B"/>
                </a:solidFill>
              </a:rPr>
              <a:t> </a:t>
            </a:r>
            <a:r>
              <a:rPr lang="en-US" sz="1150" err="1">
                <a:solidFill>
                  <a:srgbClr val="14342B"/>
                </a:solidFill>
              </a:rPr>
              <a:t>erkennt</a:t>
            </a:r>
            <a:r>
              <a:rPr lang="en-US" sz="1150">
                <a:solidFill>
                  <a:srgbClr val="14342B"/>
                </a:solidFill>
              </a:rPr>
              <a:t> </a:t>
            </a:r>
            <a:r>
              <a:rPr lang="en-US" sz="1150" err="1">
                <a:solidFill>
                  <a:srgbClr val="14342B"/>
                </a:solidFill>
              </a:rPr>
              <a:t>Fahrzeug</a:t>
            </a:r>
            <a:r>
              <a:rPr lang="en-US" sz="1150">
                <a:solidFill>
                  <a:srgbClr val="14342B"/>
                </a:solidFill>
              </a:rPr>
              <a:t>, Backend </a:t>
            </a:r>
            <a:r>
              <a:rPr lang="en-US" sz="1150" err="1">
                <a:solidFill>
                  <a:srgbClr val="14342B"/>
                </a:solidFill>
              </a:rPr>
              <a:t>startet</a:t>
            </a:r>
            <a:r>
              <a:rPr lang="en-US" sz="1150">
                <a:solidFill>
                  <a:srgbClr val="14342B"/>
                </a:solidFill>
              </a:rPr>
              <a:t> Laden, UI </a:t>
            </a:r>
            <a:r>
              <a:rPr lang="en-US" sz="1150" err="1">
                <a:solidFill>
                  <a:srgbClr val="14342B"/>
                </a:solidFill>
              </a:rPr>
              <a:t>aktualisiert</a:t>
            </a:r>
            <a:r>
              <a:rPr lang="en-US" sz="1150">
                <a:solidFill>
                  <a:srgbClr val="14342B"/>
                </a:solidFill>
              </a:rPr>
              <a:t> </a:t>
            </a:r>
            <a:r>
              <a:rPr lang="en-US" sz="1150" err="1">
                <a:solidFill>
                  <a:srgbClr val="14342B"/>
                </a:solidFill>
              </a:rPr>
              <a:t>sich</a:t>
            </a:r>
            <a:r>
              <a:rPr lang="en-US" sz="1150">
                <a:solidFill>
                  <a:srgbClr val="14342B"/>
                </a:solidFill>
              </a:rPr>
              <a:t> per WebSocket. Fehler in der Kette </a:t>
            </a:r>
            <a:r>
              <a:rPr lang="en-US" sz="1150" err="1">
                <a:solidFill>
                  <a:srgbClr val="14342B"/>
                </a:solidFill>
              </a:rPr>
              <a:t>zwischen</a:t>
            </a:r>
            <a:r>
              <a:rPr lang="en-US" sz="1150">
                <a:solidFill>
                  <a:srgbClr val="14342B"/>
                </a:solidFill>
              </a:rPr>
              <a:t> </a:t>
            </a:r>
            <a:r>
              <a:rPr lang="en-US" sz="1150" err="1">
                <a:solidFill>
                  <a:srgbClr val="14342B"/>
                </a:solidFill>
              </a:rPr>
              <a:t>Wallbox</a:t>
            </a:r>
            <a:r>
              <a:rPr lang="en-US" sz="1150">
                <a:solidFill>
                  <a:srgbClr val="14342B"/>
                </a:solidFill>
              </a:rPr>
              <a:t> und UI </a:t>
            </a:r>
            <a:r>
              <a:rPr lang="en-US" sz="1150" err="1">
                <a:solidFill>
                  <a:srgbClr val="14342B"/>
                </a:solidFill>
              </a:rPr>
              <a:t>wäre</a:t>
            </a:r>
            <a:r>
              <a:rPr lang="en-US" sz="1150">
                <a:solidFill>
                  <a:srgbClr val="14342B"/>
                </a:solidFill>
              </a:rPr>
              <a:t> </a:t>
            </a:r>
            <a:r>
              <a:rPr lang="en-US" sz="1150" err="1">
                <a:solidFill>
                  <a:srgbClr val="14342B"/>
                </a:solidFill>
              </a:rPr>
              <a:t>sonst</a:t>
            </a:r>
            <a:r>
              <a:rPr lang="en-US" sz="1150">
                <a:solidFill>
                  <a:srgbClr val="14342B"/>
                </a:solidFill>
              </a:rPr>
              <a:t> nicht </a:t>
            </a:r>
            <a:r>
              <a:rPr lang="en-US" sz="1150" err="1">
                <a:solidFill>
                  <a:srgbClr val="14342B"/>
                </a:solidFill>
              </a:rPr>
              <a:t>sichtbar</a:t>
            </a:r>
            <a:r>
              <a:rPr lang="en-US" sz="1150">
                <a:solidFill>
                  <a:srgbClr val="14342B"/>
                </a:solidFill>
              </a:rPr>
              <a:t>.</a:t>
            </a:r>
            <a:endParaRPr lang="en-US" sz="1150"/>
          </a:p>
        </p:txBody>
      </p:sp>
      <p:sp>
        <p:nvSpPr>
          <p:cNvPr id="14" name="Shape 12"/>
          <p:cNvSpPr/>
          <p:nvPr/>
        </p:nvSpPr>
        <p:spPr>
          <a:xfrm>
            <a:off x="274320" y="3913632"/>
            <a:ext cx="8595360" cy="2286000"/>
          </a:xfrm>
          <a:prstGeom prst="roundRect">
            <a:avLst>
              <a:gd name="adj" fmla="val 3200"/>
            </a:avLst>
          </a:prstGeom>
          <a:solidFill>
            <a:srgbClr val="EBF5EF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5" name="Text 13"/>
          <p:cNvSpPr/>
          <p:nvPr/>
        </p:nvSpPr>
        <p:spPr>
          <a:xfrm>
            <a:off x="457200" y="402336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4342B"/>
                </a:solidFill>
              </a:rPr>
              <a:t>smart-cost-flow  –  1 Testfall</a:t>
            </a:r>
            <a:endParaRPr lang="en-US" sz="1400"/>
          </a:p>
        </p:txBody>
      </p:sp>
      <p:sp>
        <p:nvSpPr>
          <p:cNvPr id="16" name="Shape 14"/>
          <p:cNvSpPr/>
          <p:nvPr/>
        </p:nvSpPr>
        <p:spPr>
          <a:xfrm>
            <a:off x="411480" y="4498848"/>
            <a:ext cx="398272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7" name="Text 15"/>
          <p:cNvSpPr/>
          <p:nvPr/>
        </p:nvSpPr>
        <p:spPr>
          <a:xfrm>
            <a:off x="566928" y="4590288"/>
            <a:ext cx="3700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4342B"/>
                </a:solidFill>
              </a:rPr>
              <a:t>Smart-Cost-Limit </a:t>
            </a:r>
            <a:r>
              <a:rPr lang="en-US" sz="1250" b="1" err="1">
                <a:solidFill>
                  <a:srgbClr val="14342B"/>
                </a:solidFill>
              </a:rPr>
              <a:t>setzen</a:t>
            </a:r>
            <a:r>
              <a:rPr lang="en-US" sz="1250" b="1">
                <a:solidFill>
                  <a:srgbClr val="14342B"/>
                </a:solidFill>
              </a:rPr>
              <a:t> → </a:t>
            </a:r>
            <a:r>
              <a:rPr lang="en-US" sz="1250" b="1" err="1">
                <a:solidFill>
                  <a:srgbClr val="14342B"/>
                </a:solidFill>
              </a:rPr>
              <a:t>evcc</a:t>
            </a:r>
            <a:r>
              <a:rPr lang="en-US" sz="1250" b="1">
                <a:solidFill>
                  <a:srgbClr val="14342B"/>
                </a:solidFill>
              </a:rPr>
              <a:t> </a:t>
            </a:r>
            <a:r>
              <a:rPr lang="en-US" sz="1250" b="1" err="1">
                <a:solidFill>
                  <a:srgbClr val="14342B"/>
                </a:solidFill>
              </a:rPr>
              <a:t>erkennt</a:t>
            </a:r>
            <a:r>
              <a:rPr lang="en-US" sz="1250" b="1">
                <a:solidFill>
                  <a:srgbClr val="14342B"/>
                </a:solidFill>
              </a:rPr>
              <a:t> </a:t>
            </a:r>
            <a:r>
              <a:rPr lang="en-US" sz="1250" b="1" err="1">
                <a:solidFill>
                  <a:srgbClr val="14342B"/>
                </a:solidFill>
              </a:rPr>
              <a:t>günstigen</a:t>
            </a:r>
            <a:r>
              <a:rPr lang="en-US" sz="1250" b="1">
                <a:solidFill>
                  <a:srgbClr val="14342B"/>
                </a:solidFill>
              </a:rPr>
              <a:t> </a:t>
            </a:r>
            <a:r>
              <a:rPr lang="en-US" sz="1250" b="1" err="1">
                <a:solidFill>
                  <a:srgbClr val="14342B"/>
                </a:solidFill>
              </a:rPr>
              <a:t>Strompreis</a:t>
            </a:r>
            <a:r>
              <a:rPr lang="en-US" sz="1250" b="1">
                <a:solidFill>
                  <a:srgbClr val="14342B"/>
                </a:solidFill>
              </a:rPr>
              <a:t> </a:t>
            </a:r>
            <a:r>
              <a:rPr lang="en-US" sz="1250" b="1">
                <a:solidFill>
                  <a:srgbClr val="14342B"/>
                </a:solidFill>
                <a:sym typeface="Wingdings" panose="05000000000000000000" pitchFamily="2" charset="2"/>
              </a:rPr>
              <a:t> </a:t>
            </a:r>
            <a:r>
              <a:rPr lang="en-US" sz="1250" b="1" err="1">
                <a:solidFill>
                  <a:srgbClr val="14342B"/>
                </a:solidFill>
                <a:sym typeface="Wingdings" panose="05000000000000000000" pitchFamily="2" charset="2"/>
              </a:rPr>
              <a:t>Ladevorgang</a:t>
            </a:r>
            <a:r>
              <a:rPr lang="en-US" sz="1250" b="1">
                <a:solidFill>
                  <a:srgbClr val="14342B"/>
                </a:solidFill>
                <a:sym typeface="Wingdings" panose="05000000000000000000" pitchFamily="2" charset="2"/>
              </a:rPr>
              <a:t> </a:t>
            </a:r>
            <a:r>
              <a:rPr lang="en-US" sz="1250" b="1" err="1">
                <a:solidFill>
                  <a:srgbClr val="14342B"/>
                </a:solidFill>
                <a:sym typeface="Wingdings" panose="05000000000000000000" pitchFamily="2" charset="2"/>
              </a:rPr>
              <a:t>startet</a:t>
            </a:r>
            <a:endParaRPr lang="en-US" sz="1250"/>
          </a:p>
        </p:txBody>
      </p:sp>
      <p:sp>
        <p:nvSpPr>
          <p:cNvPr id="18" name="Text 16"/>
          <p:cNvSpPr/>
          <p:nvPr/>
        </p:nvSpPr>
        <p:spPr>
          <a:xfrm>
            <a:off x="566928" y="5029200"/>
            <a:ext cx="36240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err="1">
                <a:solidFill>
                  <a:srgbClr val="14342B"/>
                </a:solidFill>
              </a:rPr>
              <a:t>Nutzer</a:t>
            </a:r>
            <a:r>
              <a:rPr lang="en-US" sz="1150">
                <a:solidFill>
                  <a:srgbClr val="14342B"/>
                </a:solidFill>
              </a:rPr>
              <a:t> </a:t>
            </a:r>
            <a:r>
              <a:rPr lang="en-US" sz="1150" err="1">
                <a:solidFill>
                  <a:srgbClr val="14342B"/>
                </a:solidFill>
              </a:rPr>
              <a:t>gibt</a:t>
            </a:r>
            <a:r>
              <a:rPr lang="en-US" sz="1150">
                <a:solidFill>
                  <a:srgbClr val="14342B"/>
                </a:solidFill>
              </a:rPr>
              <a:t> an, bis </a:t>
            </a:r>
            <a:r>
              <a:rPr lang="en-US" sz="1150" err="1">
                <a:solidFill>
                  <a:srgbClr val="14342B"/>
                </a:solidFill>
              </a:rPr>
              <a:t>zu</a:t>
            </a:r>
            <a:r>
              <a:rPr lang="en-US" sz="1150">
                <a:solidFill>
                  <a:srgbClr val="14342B"/>
                </a:solidFill>
              </a:rPr>
              <a:t> </a:t>
            </a:r>
            <a:r>
              <a:rPr lang="en-US" sz="1150" err="1">
                <a:solidFill>
                  <a:srgbClr val="14342B"/>
                </a:solidFill>
              </a:rPr>
              <a:t>welchem</a:t>
            </a:r>
            <a:r>
              <a:rPr lang="en-US" sz="1150">
                <a:solidFill>
                  <a:srgbClr val="14342B"/>
                </a:solidFill>
              </a:rPr>
              <a:t> Preis </a:t>
            </a:r>
            <a:r>
              <a:rPr lang="en-US" sz="1150" err="1">
                <a:solidFill>
                  <a:srgbClr val="14342B"/>
                </a:solidFill>
              </a:rPr>
              <a:t>geladen</a:t>
            </a:r>
            <a:r>
              <a:rPr lang="en-US" sz="1150">
                <a:solidFill>
                  <a:srgbClr val="14342B"/>
                </a:solidFill>
              </a:rPr>
              <a:t> </a:t>
            </a:r>
            <a:r>
              <a:rPr lang="en-US" sz="1150" err="1">
                <a:solidFill>
                  <a:srgbClr val="14342B"/>
                </a:solidFill>
              </a:rPr>
              <a:t>werden</a:t>
            </a:r>
            <a:r>
              <a:rPr lang="en-US" sz="1150">
                <a:solidFill>
                  <a:srgbClr val="14342B"/>
                </a:solidFill>
              </a:rPr>
              <a:t> </a:t>
            </a:r>
            <a:r>
              <a:rPr lang="en-US" sz="1150" err="1">
                <a:solidFill>
                  <a:srgbClr val="14342B"/>
                </a:solidFill>
              </a:rPr>
              <a:t>soll</a:t>
            </a:r>
            <a:endParaRPr lang="en-US" sz="115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AC95543-34B1-4DD8-285F-D8947A792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351" y="1901952"/>
            <a:ext cx="2405177" cy="1565215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915448B3-C6C6-C137-1695-2C81C16888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5500" y="4407408"/>
            <a:ext cx="3058287" cy="158688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2F7F4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342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</a:rPr>
              <a:t>Lasttests (k6) – </a:t>
            </a:r>
            <a:r>
              <a:rPr lang="en-US" sz="2400" b="1" err="1">
                <a:solidFill>
                  <a:srgbClr val="FFFFFF"/>
                </a:solidFill>
              </a:rPr>
              <a:t>Übersicht</a:t>
            </a:r>
            <a:endParaRPr lang="en-US" sz="240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8595360" cy="475488"/>
          </a:xfrm>
          <a:prstGeom prst="roundRect">
            <a:avLst>
              <a:gd name="adj" fmla="val 11429"/>
            </a:avLst>
          </a:prstGeom>
          <a:solidFill>
            <a:srgbClr val="E8F5EC"/>
          </a:solidFill>
          <a:ln w="9525">
            <a:solidFill>
              <a:srgbClr val="6FA361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/>
          <p:nvPr/>
        </p:nvSpPr>
        <p:spPr>
          <a:xfrm>
            <a:off x="439420" y="1188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err="1">
                <a:solidFill>
                  <a:srgbClr val="2C7A4B"/>
                </a:solidFill>
              </a:rPr>
              <a:t>Akzeptanzkriterien</a:t>
            </a:r>
            <a:r>
              <a:rPr lang="en-US" sz="1200" b="1">
                <a:solidFill>
                  <a:srgbClr val="2C7A4B"/>
                </a:solidFill>
              </a:rPr>
              <a:t> (Thresholds): 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4678680" y="1188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4342B"/>
                </a:solidFill>
              </a:rPr>
              <a:t>p95-Antwortzeit &lt; 500 </a:t>
            </a:r>
            <a:r>
              <a:rPr lang="en-US" sz="1200" err="1">
                <a:solidFill>
                  <a:srgbClr val="14342B"/>
                </a:solidFill>
              </a:rPr>
              <a:t>ms</a:t>
            </a:r>
            <a:r>
              <a:rPr lang="en-US" sz="1200">
                <a:solidFill>
                  <a:srgbClr val="14342B"/>
                </a:solidFill>
              </a:rPr>
              <a:t>   |   </a:t>
            </a:r>
            <a:r>
              <a:rPr lang="en-US" sz="1200" err="1">
                <a:solidFill>
                  <a:srgbClr val="14342B"/>
                </a:solidFill>
              </a:rPr>
              <a:t>Fehlerrate</a:t>
            </a:r>
            <a:r>
              <a:rPr lang="en-US" sz="1200">
                <a:solidFill>
                  <a:srgbClr val="14342B"/>
                </a:solidFill>
              </a:rPr>
              <a:t> &lt; 1 %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320040" y="1700784"/>
            <a:ext cx="4160520" cy="4590288"/>
          </a:xfrm>
          <a:prstGeom prst="roundRect">
            <a:avLst>
              <a:gd name="adj" fmla="val 1905"/>
            </a:avLst>
          </a:prstGeom>
          <a:solidFill>
            <a:srgbClr val="E3EDE7"/>
          </a:solidFill>
          <a:ln w="9525">
            <a:solidFill>
              <a:srgbClr val="C5D5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3" name="Text 11"/>
          <p:cNvSpPr/>
          <p:nvPr/>
        </p:nvSpPr>
        <p:spPr>
          <a:xfrm>
            <a:off x="731520" y="181051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4342B"/>
                </a:solidFill>
              </a:rPr>
              <a:t>sessions-load.js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365760" y="230428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4342B"/>
                </a:solidFill>
              </a:rPr>
              <a:t>Ziel-Endpoint: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1828800" y="2326059"/>
            <a:ext cx="2370183" cy="31278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>
                <a:solidFill>
                  <a:srgbClr val="14342B"/>
                </a:solidFill>
              </a:rPr>
              <a:t>GET /</a:t>
            </a:r>
            <a:r>
              <a:rPr lang="en-US" sz="1100" err="1">
                <a:solidFill>
                  <a:srgbClr val="14342B"/>
                </a:solidFill>
              </a:rPr>
              <a:t>api</a:t>
            </a:r>
            <a:r>
              <a:rPr lang="en-US" sz="1100">
                <a:solidFill>
                  <a:srgbClr val="14342B"/>
                </a:solidFill>
              </a:rPr>
              <a:t>/state + /</a:t>
            </a:r>
            <a:r>
              <a:rPr lang="en-US" sz="1100" err="1">
                <a:solidFill>
                  <a:srgbClr val="14342B"/>
                </a:solidFill>
              </a:rPr>
              <a:t>api</a:t>
            </a:r>
            <a:r>
              <a:rPr lang="en-US" sz="1100">
                <a:solidFill>
                  <a:srgbClr val="14342B"/>
                </a:solidFill>
              </a:rPr>
              <a:t>/tariff/grid + WebSocket /</a:t>
            </a:r>
            <a:r>
              <a:rPr lang="en-US" sz="1100" err="1">
                <a:solidFill>
                  <a:srgbClr val="14342B"/>
                </a:solidFill>
              </a:rPr>
              <a:t>ws</a:t>
            </a:r>
            <a:endParaRPr lang="en-US" err="1"/>
          </a:p>
          <a:p>
            <a:pPr marL="0" indent="0">
              <a:buNone/>
            </a:pPr>
            <a:endParaRPr lang="en-US" sz="1100">
              <a:solidFill>
                <a:srgbClr val="14342B"/>
              </a:solidFill>
              <a:ea typeface="Calibri"/>
              <a:cs typeface="Calibr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65760" y="264261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err="1">
                <a:solidFill>
                  <a:srgbClr val="14342B"/>
                </a:solidFill>
              </a:rPr>
              <a:t>Profil</a:t>
            </a:r>
            <a:r>
              <a:rPr lang="en-US" sz="1100" b="1">
                <a:solidFill>
                  <a:srgbClr val="14342B"/>
                </a:solidFill>
              </a:rPr>
              <a:t>: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1828800" y="2642616"/>
            <a:ext cx="237744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>
                <a:solidFill>
                  <a:srgbClr val="14342B"/>
                </a:solidFill>
              </a:rPr>
              <a:t>15s → 5 VU, 30s → 10 VU, 20s → 20 VU, 10s → 0</a:t>
            </a:r>
            <a:endParaRPr lang="en-US"/>
          </a:p>
          <a:p>
            <a:pPr marL="0" indent="0">
              <a:buNone/>
            </a:pPr>
            <a:endParaRPr lang="en-US" sz="1100">
              <a:solidFill>
                <a:srgbClr val="14342B"/>
              </a:solidFill>
              <a:ea typeface="Calibri"/>
              <a:cs typeface="Calibri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65760" y="3063240"/>
            <a:ext cx="146304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 err="1">
                <a:solidFill>
                  <a:srgbClr val="14342B"/>
                </a:solidFill>
              </a:rPr>
              <a:t>Warum</a:t>
            </a:r>
            <a:r>
              <a:rPr lang="en-US" sz="1100" b="1">
                <a:solidFill>
                  <a:srgbClr val="14342B"/>
                </a:solidFill>
              </a:rPr>
              <a:t>:</a:t>
            </a:r>
            <a:endParaRPr lang="en-US" sz="11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828800" y="3063240"/>
            <a:ext cx="237744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b="1">
                <a:solidFill>
                  <a:srgbClr val="6FA361"/>
                </a:solidFill>
              </a:rPr>
              <a:t>Tarif-</a:t>
            </a:r>
            <a:r>
              <a:rPr lang="en-US" sz="1300" b="1" err="1">
                <a:solidFill>
                  <a:srgbClr val="6FA361"/>
                </a:solidFill>
              </a:rPr>
              <a:t>Abruf</a:t>
            </a:r>
            <a:r>
              <a:rPr lang="en-US" sz="1300" b="1">
                <a:solidFill>
                  <a:srgbClr val="6FA361"/>
                </a:solidFill>
              </a:rPr>
              <a:t> + WebSocket </a:t>
            </a:r>
            <a:r>
              <a:rPr lang="en-US" sz="1300" b="1" err="1">
                <a:solidFill>
                  <a:srgbClr val="6FA361"/>
                </a:solidFill>
              </a:rPr>
              <a:t>unter</a:t>
            </a:r>
            <a:r>
              <a:rPr lang="en-US" sz="1300" b="1">
                <a:solidFill>
                  <a:srgbClr val="6FA361"/>
                </a:solidFill>
              </a:rPr>
              <a:t> </a:t>
            </a:r>
            <a:r>
              <a:rPr lang="en-US" sz="1300" b="1" err="1">
                <a:solidFill>
                  <a:srgbClr val="6FA361"/>
                </a:solidFill>
              </a:rPr>
              <a:t>gleichzeitiger</a:t>
            </a:r>
            <a:r>
              <a:rPr lang="en-US" sz="1300" b="1">
                <a:solidFill>
                  <a:srgbClr val="6FA361"/>
                </a:solidFill>
              </a:rPr>
              <a:t> Last</a:t>
            </a:r>
            <a:endParaRPr lang="en-US"/>
          </a:p>
          <a:p>
            <a:pPr marL="0" indent="0">
              <a:buNone/>
            </a:pPr>
            <a:endParaRPr lang="en-US" sz="1300" b="1">
              <a:solidFill>
                <a:srgbClr val="6FA361"/>
              </a:solidFill>
              <a:ea typeface="Calibri"/>
              <a:cs typeface="Calibri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65760" y="3538728"/>
            <a:ext cx="3657600" cy="9601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200">
                <a:solidFill>
                  <a:srgbClr val="14342B"/>
                </a:solidFill>
              </a:rPr>
              <a:t>Tarif-Daten und State-Updates </a:t>
            </a:r>
            <a:r>
              <a:rPr lang="en-US" sz="1200" err="1">
                <a:solidFill>
                  <a:srgbClr val="14342B"/>
                </a:solidFill>
              </a:rPr>
              <a:t>müssen</a:t>
            </a:r>
            <a:r>
              <a:rPr lang="en-US" sz="1200">
                <a:solidFill>
                  <a:srgbClr val="14342B"/>
                </a:solidFill>
              </a:rPr>
              <a:t> </a:t>
            </a:r>
            <a:r>
              <a:rPr lang="en-US" sz="1200" err="1">
                <a:solidFill>
                  <a:srgbClr val="14342B"/>
                </a:solidFill>
              </a:rPr>
              <a:t>auch</a:t>
            </a:r>
            <a:r>
              <a:rPr lang="en-US" sz="1200">
                <a:solidFill>
                  <a:srgbClr val="14342B"/>
                </a:solidFill>
              </a:rPr>
              <a:t> </a:t>
            </a:r>
            <a:r>
              <a:rPr lang="en-US" sz="1200" err="1">
                <a:solidFill>
                  <a:srgbClr val="14342B"/>
                </a:solidFill>
              </a:rPr>
              <a:t>unter</a:t>
            </a:r>
            <a:r>
              <a:rPr lang="en-US" sz="1200">
                <a:solidFill>
                  <a:srgbClr val="14342B"/>
                </a:solidFill>
              </a:rPr>
              <a:t> Peak-Last </a:t>
            </a:r>
            <a:r>
              <a:rPr lang="en-US" sz="1200" err="1">
                <a:solidFill>
                  <a:srgbClr val="14342B"/>
                </a:solidFill>
              </a:rPr>
              <a:t>zuverlässig</a:t>
            </a:r>
            <a:r>
              <a:rPr lang="en-US" sz="1200">
                <a:solidFill>
                  <a:srgbClr val="14342B"/>
                </a:solidFill>
              </a:rPr>
              <a:t> </a:t>
            </a:r>
            <a:r>
              <a:rPr lang="en-US" sz="1200" err="1">
                <a:solidFill>
                  <a:srgbClr val="14342B"/>
                </a:solidFill>
              </a:rPr>
              <a:t>ausgeliefert</a:t>
            </a:r>
            <a:r>
              <a:rPr lang="en-US" sz="1200">
                <a:solidFill>
                  <a:srgbClr val="14342B"/>
                </a:solidFill>
              </a:rPr>
              <a:t> </a:t>
            </a:r>
            <a:r>
              <a:rPr lang="en-US" sz="1200" err="1">
                <a:solidFill>
                  <a:srgbClr val="14342B"/>
                </a:solidFill>
              </a:rPr>
              <a:t>werden</a:t>
            </a:r>
            <a:r>
              <a:rPr lang="en-US" sz="1200">
                <a:solidFill>
                  <a:srgbClr val="14342B"/>
                </a:solidFill>
              </a:rPr>
              <a:t>.</a:t>
            </a:r>
            <a:endParaRPr lang="en-US" sz="1200">
              <a:solidFill>
                <a:srgbClr val="14342B"/>
              </a:solidFill>
              <a:ea typeface="Calibri"/>
              <a:cs typeface="Calibri"/>
            </a:endParaRPr>
          </a:p>
          <a:p>
            <a:pPr marL="0" indent="0">
              <a:buNone/>
            </a:pPr>
            <a:endParaRPr lang="en-US" sz="1150">
              <a:solidFill>
                <a:srgbClr val="14342B"/>
              </a:solidFill>
              <a:ea typeface="Calibri"/>
              <a:cs typeface="Calibri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709160" y="1700784"/>
            <a:ext cx="4160520" cy="4590288"/>
          </a:xfrm>
          <a:prstGeom prst="roundRect">
            <a:avLst>
              <a:gd name="adj" fmla="val 1905"/>
            </a:avLst>
          </a:prstGeom>
          <a:solidFill>
            <a:srgbClr val="FEF3DC"/>
          </a:solidFill>
          <a:ln w="9525">
            <a:solidFill>
              <a:srgbClr val="D9B86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4" name="Text 22"/>
          <p:cNvSpPr/>
          <p:nvPr/>
        </p:nvSpPr>
        <p:spPr>
          <a:xfrm>
            <a:off x="5212080" y="181051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4342B"/>
                </a:solidFill>
              </a:rPr>
              <a:t>websocket-load.js</a:t>
            </a:r>
            <a:endParaRPr lang="en-US" sz="1400"/>
          </a:p>
        </p:txBody>
      </p:sp>
      <p:sp>
        <p:nvSpPr>
          <p:cNvPr id="25" name="Text 23"/>
          <p:cNvSpPr/>
          <p:nvPr/>
        </p:nvSpPr>
        <p:spPr>
          <a:xfrm>
            <a:off x="4846320" y="230428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4342B"/>
                </a:solidFill>
              </a:rPr>
              <a:t>Ziel-Endpoint:</a:t>
            </a: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6309360" y="230428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4342B"/>
                </a:solidFill>
              </a:rPr>
              <a:t>GET /api/state + WebSocket</a:t>
            </a:r>
            <a:endParaRPr lang="en-US" sz="1100"/>
          </a:p>
        </p:txBody>
      </p:sp>
      <p:sp>
        <p:nvSpPr>
          <p:cNvPr id="27" name="Text 25"/>
          <p:cNvSpPr/>
          <p:nvPr/>
        </p:nvSpPr>
        <p:spPr>
          <a:xfrm>
            <a:off x="4846320" y="264261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4342B"/>
                </a:solidFill>
              </a:rPr>
              <a:t>Profil:</a:t>
            </a:r>
            <a:endParaRPr lang="en-US" sz="1100"/>
          </a:p>
        </p:txBody>
      </p:sp>
      <p:sp>
        <p:nvSpPr>
          <p:cNvPr id="28" name="Text 26"/>
          <p:cNvSpPr/>
          <p:nvPr/>
        </p:nvSpPr>
        <p:spPr>
          <a:xfrm>
            <a:off x="6309360" y="264261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4342B"/>
                </a:solidFill>
              </a:rPr>
              <a:t>Echtzeit-Kanal unter paralleler Last</a:t>
            </a:r>
            <a:endParaRPr lang="en-US" sz="1100"/>
          </a:p>
        </p:txBody>
      </p:sp>
      <p:sp>
        <p:nvSpPr>
          <p:cNvPr id="29" name="Text 27"/>
          <p:cNvSpPr/>
          <p:nvPr/>
        </p:nvSpPr>
        <p:spPr>
          <a:xfrm>
            <a:off x="4846320" y="30632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4342B"/>
                </a:solidFill>
              </a:rPr>
              <a:t>Warum:</a:t>
            </a:r>
            <a:endParaRPr lang="en-US" sz="1100"/>
          </a:p>
        </p:txBody>
      </p:sp>
      <p:sp>
        <p:nvSpPr>
          <p:cNvPr id="30" name="Text 28"/>
          <p:cNvSpPr/>
          <p:nvPr/>
        </p:nvSpPr>
        <p:spPr>
          <a:xfrm>
            <a:off x="6309360" y="3063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4342B"/>
                </a:solidFill>
              </a:rPr>
              <a:t>WebSocket = Kern aller Live-Daten</a:t>
            </a:r>
            <a:endParaRPr lang="en-US" sz="1100"/>
          </a:p>
        </p:txBody>
      </p:sp>
      <p:sp>
        <p:nvSpPr>
          <p:cNvPr id="31" name="Text 29"/>
          <p:cNvSpPr/>
          <p:nvPr/>
        </p:nvSpPr>
        <p:spPr>
          <a:xfrm>
            <a:off x="4846320" y="3538728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14342B"/>
                </a:solidFill>
              </a:rPr>
              <a:t>Der WebSocket-Kanal überträgt alle Live-Updates an alle Clients gleichzeitig. Unter Last muss er stabil und aktuell bleiben.</a:t>
            </a:r>
            <a:endParaRPr lang="en-US" sz="11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2F7F4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342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</a:rPr>
              <a:t>Lasttest – Kaltenegger (Detail)</a:t>
            </a:r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274320" y="2148839"/>
            <a:ext cx="8595360" cy="1780813"/>
          </a:xfrm>
          <a:prstGeom prst="roundRect">
            <a:avLst>
              <a:gd name="adj" fmla="val 6154"/>
            </a:avLst>
          </a:prstGeom>
          <a:solidFill>
            <a:srgbClr val="FEF3DC"/>
          </a:solidFill>
          <a:ln w="9525">
            <a:solidFill>
              <a:srgbClr val="D9B86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/>
          <p:nvPr/>
        </p:nvSpPr>
        <p:spPr>
          <a:xfrm>
            <a:off x="548640" y="2139696"/>
            <a:ext cx="804672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600" b="1">
                <a:solidFill>
                  <a:srgbClr val="14342B"/>
                </a:solidFill>
              </a:rPr>
              <a:t>sessions-load.js  – /</a:t>
            </a:r>
            <a:r>
              <a:rPr lang="en-US" sz="1600" b="1" err="1">
                <a:solidFill>
                  <a:srgbClr val="14342B"/>
                </a:solidFill>
              </a:rPr>
              <a:t>api</a:t>
            </a:r>
            <a:r>
              <a:rPr lang="en-US" sz="1600" b="1">
                <a:solidFill>
                  <a:srgbClr val="14342B"/>
                </a:solidFill>
              </a:rPr>
              <a:t>/tariff/grid + /</a:t>
            </a:r>
            <a:r>
              <a:rPr lang="en-US" sz="1600" b="1" err="1">
                <a:solidFill>
                  <a:srgbClr val="14342B"/>
                </a:solidFill>
              </a:rPr>
              <a:t>api</a:t>
            </a:r>
            <a:r>
              <a:rPr lang="en-US" sz="1600" b="1">
                <a:solidFill>
                  <a:srgbClr val="14342B"/>
                </a:solidFill>
              </a:rPr>
              <a:t>/</a:t>
            </a:r>
            <a:r>
              <a:rPr lang="en-US" sz="1600" b="1" err="1">
                <a:solidFill>
                  <a:srgbClr val="14342B"/>
                </a:solidFill>
              </a:rPr>
              <a:t>loadpoints</a:t>
            </a:r>
            <a:r>
              <a:rPr lang="en-US" sz="1600" b="1">
                <a:solidFill>
                  <a:srgbClr val="14342B"/>
                </a:solidFill>
              </a:rPr>
              <a:t> + WebSocket /</a:t>
            </a:r>
            <a:r>
              <a:rPr lang="en-US" sz="1600" b="1" err="1">
                <a:solidFill>
                  <a:srgbClr val="14342B"/>
                </a:solidFill>
              </a:rPr>
              <a:t>ws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365760" y="2596896"/>
            <a:ext cx="8046720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>
                <a:solidFill>
                  <a:srgbClr val="14342B"/>
                </a:solidFill>
              </a:rPr>
              <a:t>Simuliert Browser-App-Start: 3 REST-</a:t>
            </a:r>
            <a:r>
              <a:rPr lang="en-US" sz="1250" err="1">
                <a:solidFill>
                  <a:srgbClr val="14342B"/>
                </a:solidFill>
              </a:rPr>
              <a:t>Abrufe</a:t>
            </a:r>
            <a:r>
              <a:rPr lang="en-US" sz="1250">
                <a:solidFill>
                  <a:srgbClr val="14342B"/>
                </a:solidFill>
              </a:rPr>
              <a:t> + WebSocket-</a:t>
            </a:r>
            <a:r>
              <a:rPr lang="en-US" sz="1250" err="1">
                <a:solidFill>
                  <a:srgbClr val="14342B"/>
                </a:solidFill>
              </a:rPr>
              <a:t>Verbindung</a:t>
            </a:r>
            <a:r>
              <a:rPr lang="en-US" sz="1250">
                <a:solidFill>
                  <a:srgbClr val="14342B"/>
                </a:solidFill>
              </a:rPr>
              <a:t> für 5 s. </a:t>
            </a:r>
            <a:r>
              <a:rPr lang="en-US" sz="1250" err="1">
                <a:solidFill>
                  <a:srgbClr val="14342B"/>
                </a:solidFill>
              </a:rPr>
              <a:t>Fällt</a:t>
            </a:r>
            <a:r>
              <a:rPr lang="en-US" sz="1250">
                <a:solidFill>
                  <a:srgbClr val="14342B"/>
                </a:solidFill>
              </a:rPr>
              <a:t> </a:t>
            </a:r>
            <a:r>
              <a:rPr lang="en-US" sz="1250" err="1">
                <a:solidFill>
                  <a:srgbClr val="14342B"/>
                </a:solidFill>
              </a:rPr>
              <a:t>ein</a:t>
            </a:r>
            <a:r>
              <a:rPr lang="en-US" sz="1250">
                <a:solidFill>
                  <a:srgbClr val="14342B"/>
                </a:solidFill>
              </a:rPr>
              <a:t> Endpoint </a:t>
            </a:r>
            <a:r>
              <a:rPr lang="en-US" sz="1250" err="1">
                <a:solidFill>
                  <a:srgbClr val="14342B"/>
                </a:solidFill>
              </a:rPr>
              <a:t>unter</a:t>
            </a:r>
            <a:r>
              <a:rPr lang="en-US" sz="1250">
                <a:solidFill>
                  <a:srgbClr val="14342B"/>
                </a:solidFill>
              </a:rPr>
              <a:t> Last </a:t>
            </a:r>
            <a:r>
              <a:rPr lang="en-US" sz="1250" err="1">
                <a:solidFill>
                  <a:srgbClr val="14342B"/>
                </a:solidFill>
              </a:rPr>
              <a:t>aus</a:t>
            </a:r>
            <a:r>
              <a:rPr lang="en-US" sz="1250">
                <a:solidFill>
                  <a:srgbClr val="14342B"/>
                </a:solidFill>
              </a:rPr>
              <a:t>, </a:t>
            </a:r>
            <a:r>
              <a:rPr lang="en-US" sz="1250" err="1">
                <a:solidFill>
                  <a:srgbClr val="14342B"/>
                </a:solidFill>
              </a:rPr>
              <a:t>treffen</a:t>
            </a:r>
            <a:r>
              <a:rPr lang="en-US" sz="1250">
                <a:solidFill>
                  <a:srgbClr val="14342B"/>
                </a:solidFill>
              </a:rPr>
              <a:t> alle </a:t>
            </a:r>
            <a:r>
              <a:rPr lang="en-US" sz="1250" err="1">
                <a:solidFill>
                  <a:srgbClr val="14342B"/>
                </a:solidFill>
              </a:rPr>
              <a:t>Nutzer</a:t>
            </a:r>
            <a:r>
              <a:rPr lang="en-US" sz="1250">
                <a:solidFill>
                  <a:srgbClr val="14342B"/>
                </a:solidFill>
              </a:rPr>
              <a:t> </a:t>
            </a:r>
            <a:r>
              <a:rPr lang="en-US" sz="1250" err="1">
                <a:solidFill>
                  <a:srgbClr val="14342B"/>
                </a:solidFill>
              </a:rPr>
              <a:t>gleichzeitig</a:t>
            </a:r>
            <a:r>
              <a:rPr lang="en-US" sz="1250">
                <a:solidFill>
                  <a:srgbClr val="14342B"/>
                </a:solidFill>
              </a:rPr>
              <a:t> </a:t>
            </a:r>
            <a:r>
              <a:rPr lang="en-US" sz="1250" err="1">
                <a:solidFill>
                  <a:srgbClr val="14342B"/>
                </a:solidFill>
              </a:rPr>
              <a:t>falsche</a:t>
            </a:r>
            <a:r>
              <a:rPr lang="en-US" sz="1250">
                <a:solidFill>
                  <a:srgbClr val="14342B"/>
                </a:solidFill>
              </a:rPr>
              <a:t> </a:t>
            </a:r>
            <a:r>
              <a:rPr lang="en-US" sz="1250" err="1">
                <a:solidFill>
                  <a:srgbClr val="14342B"/>
                </a:solidFill>
              </a:rPr>
              <a:t>Ladeentscheidungen</a:t>
            </a:r>
            <a:r>
              <a:rPr lang="en-US" sz="1250">
                <a:solidFill>
                  <a:srgbClr val="14342B"/>
                </a:solidFill>
              </a:rPr>
              <a:t> </a:t>
            </a:r>
            <a:r>
              <a:rPr lang="en-US" sz="1250" err="1">
                <a:solidFill>
                  <a:srgbClr val="14342B"/>
                </a:solidFill>
              </a:rPr>
              <a:t>wegen</a:t>
            </a:r>
            <a:r>
              <a:rPr lang="en-US" sz="1250">
                <a:solidFill>
                  <a:srgbClr val="14342B"/>
                </a:solidFill>
              </a:rPr>
              <a:t> der </a:t>
            </a:r>
            <a:r>
              <a:rPr lang="en-US" sz="1250" err="1">
                <a:solidFill>
                  <a:srgbClr val="14342B"/>
                </a:solidFill>
              </a:rPr>
              <a:t>falschen</a:t>
            </a:r>
            <a:r>
              <a:rPr lang="en-US" sz="1250">
                <a:solidFill>
                  <a:srgbClr val="14342B"/>
                </a:solidFill>
              </a:rPr>
              <a:t> </a:t>
            </a:r>
            <a:r>
              <a:rPr lang="en-US" sz="1250" err="1">
                <a:solidFill>
                  <a:srgbClr val="14342B"/>
                </a:solidFill>
              </a:rPr>
              <a:t>Daten</a:t>
            </a:r>
            <a:r>
              <a:rPr lang="en-US" sz="1250">
                <a:solidFill>
                  <a:srgbClr val="14342B"/>
                </a:solidFill>
              </a:rPr>
              <a:t> </a:t>
            </a:r>
            <a:r>
              <a:rPr lang="en-US" sz="1250" err="1">
                <a:solidFill>
                  <a:srgbClr val="14342B"/>
                </a:solidFill>
              </a:rPr>
              <a:t>vom</a:t>
            </a:r>
            <a:r>
              <a:rPr lang="en-US" sz="1250">
                <a:solidFill>
                  <a:srgbClr val="14342B"/>
                </a:solidFill>
              </a:rPr>
              <a:t> grid endpoint.</a:t>
            </a:r>
            <a:endParaRPr lang="en-US" sz="1250">
              <a:solidFill>
                <a:srgbClr val="14342B"/>
              </a:solidFill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50"/>
          </a:p>
        </p:txBody>
      </p:sp>
      <p:sp>
        <p:nvSpPr>
          <p:cNvPr id="13" name="Shape 11"/>
          <p:cNvSpPr/>
          <p:nvPr/>
        </p:nvSpPr>
        <p:spPr>
          <a:xfrm>
            <a:off x="274320" y="4096512"/>
            <a:ext cx="4160520" cy="2194560"/>
          </a:xfrm>
          <a:prstGeom prst="roundRect">
            <a:avLst>
              <a:gd name="adj" fmla="val 3333"/>
            </a:avLst>
          </a:prstGeom>
          <a:solidFill>
            <a:srgbClr val="EBF5EF"/>
          </a:solidFill>
          <a:ln w="9525">
            <a:solidFill>
              <a:srgbClr val="6FA361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4" name="Text 12"/>
          <p:cNvSpPr/>
          <p:nvPr/>
        </p:nvSpPr>
        <p:spPr>
          <a:xfrm>
            <a:off x="457200" y="42062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4342B"/>
                </a:solidFill>
              </a:rPr>
              <a:t>Lastprofil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457200" y="4645152"/>
            <a:ext cx="374904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14342B"/>
                </a:solidFill>
              </a:rPr>
              <a:t>k6: 15 s → 5 VU, 30 s → 10 VU, 20 s </a:t>
            </a:r>
            <a:r>
              <a:rPr lang="en-US" sz="1200" err="1">
                <a:solidFill>
                  <a:srgbClr val="14342B"/>
                </a:solidFill>
              </a:rPr>
              <a:t>Spitze</a:t>
            </a:r>
            <a:r>
              <a:rPr lang="en-US" sz="1200">
                <a:solidFill>
                  <a:srgbClr val="14342B"/>
                </a:solidFill>
              </a:rPr>
              <a:t> 20 VU, 10 s Ramp-down.</a:t>
            </a:r>
            <a:endParaRPr lang="en-US" sz="1200"/>
          </a:p>
          <a:p>
            <a:pPr marL="0" indent="0">
              <a:buNone/>
            </a:pPr>
            <a:endParaRPr lang="en-US" sz="1200"/>
          </a:p>
        </p:txBody>
      </p:sp>
      <p:sp>
        <p:nvSpPr>
          <p:cNvPr id="20" name="Shape 13">
            <a:extLst>
              <a:ext uri="{FF2B5EF4-FFF2-40B4-BE49-F238E27FC236}">
                <a16:creationId xmlns:a16="http://schemas.microsoft.com/office/drawing/2014/main" id="{5F19D725-4333-7CFA-82C6-D82F9980E449}"/>
              </a:ext>
            </a:extLst>
          </p:cNvPr>
          <p:cNvSpPr/>
          <p:nvPr/>
        </p:nvSpPr>
        <p:spPr>
          <a:xfrm>
            <a:off x="4709160" y="4096512"/>
            <a:ext cx="4160520" cy="2194560"/>
          </a:xfrm>
          <a:prstGeom prst="roundRect">
            <a:avLst>
              <a:gd name="adj" fmla="val 3333"/>
            </a:avLst>
          </a:prstGeom>
          <a:solidFill>
            <a:srgbClr val="FEF3DC"/>
          </a:solidFill>
          <a:ln w="9525">
            <a:solidFill>
              <a:srgbClr val="D9B86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C92B3B05-F34D-5CC6-4986-6FB493AD14A1}"/>
              </a:ext>
            </a:extLst>
          </p:cNvPr>
          <p:cNvSpPr/>
          <p:nvPr/>
        </p:nvSpPr>
        <p:spPr>
          <a:xfrm>
            <a:off x="4937760" y="41148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err="1">
                <a:solidFill>
                  <a:srgbClr val="14342B"/>
                </a:solidFill>
              </a:rPr>
              <a:t>Schwellenwerte</a:t>
            </a:r>
            <a:endParaRPr lang="en-US" sz="1400"/>
          </a:p>
        </p:txBody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48F1B91B-8586-F2C3-4CA4-CE548EC314DD}"/>
              </a:ext>
            </a:extLst>
          </p:cNvPr>
          <p:cNvSpPr/>
          <p:nvPr/>
        </p:nvSpPr>
        <p:spPr>
          <a:xfrm>
            <a:off x="4937760" y="459028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4342B"/>
                </a:solidFill>
              </a:rPr>
              <a:t>HTTP p95 &lt; 200 ms  |  WS-Verbindung p95 &lt; 500 ms</a:t>
            </a:r>
            <a:endParaRPr lang="en-US" sz="1300"/>
          </a:p>
        </p:txBody>
      </p:sp>
      <p:sp>
        <p:nvSpPr>
          <p:cNvPr id="26" name="Text 16">
            <a:extLst>
              <a:ext uri="{FF2B5EF4-FFF2-40B4-BE49-F238E27FC236}">
                <a16:creationId xmlns:a16="http://schemas.microsoft.com/office/drawing/2014/main" id="{14DC87AA-CFB9-37E2-FFB3-80C31804E1C4}"/>
              </a:ext>
            </a:extLst>
          </p:cNvPr>
          <p:cNvSpPr/>
          <p:nvPr/>
        </p:nvSpPr>
        <p:spPr>
          <a:xfrm>
            <a:off x="4937760" y="501091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6FA361"/>
                </a:solidFill>
              </a:rPr>
              <a:t>WS-Push p95 &lt; 1000 ms</a:t>
            </a:r>
            <a:endParaRPr lang="en-US" sz="1300"/>
          </a:p>
        </p:txBody>
      </p:sp>
      <p:sp>
        <p:nvSpPr>
          <p:cNvPr id="28" name="Text 17">
            <a:extLst>
              <a:ext uri="{FF2B5EF4-FFF2-40B4-BE49-F238E27FC236}">
                <a16:creationId xmlns:a16="http://schemas.microsoft.com/office/drawing/2014/main" id="{1C815DB9-4602-ADEF-807A-2C1F1BB3CB2E}"/>
              </a:ext>
            </a:extLst>
          </p:cNvPr>
          <p:cNvSpPr/>
          <p:nvPr/>
        </p:nvSpPr>
        <p:spPr>
          <a:xfrm>
            <a:off x="4937760" y="54406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4342B"/>
                </a:solidFill>
              </a:rPr>
              <a:t>API- + WS-Fehlerrate</a:t>
            </a:r>
            <a:endParaRPr lang="en-US" sz="1300"/>
          </a:p>
        </p:txBody>
      </p:sp>
      <p:sp>
        <p:nvSpPr>
          <p:cNvPr id="30" name="Text 18">
            <a:extLst>
              <a:ext uri="{FF2B5EF4-FFF2-40B4-BE49-F238E27FC236}">
                <a16:creationId xmlns:a16="http://schemas.microsoft.com/office/drawing/2014/main" id="{3134F262-9DF5-70F6-4107-FC0AEFD21F66}"/>
              </a:ext>
            </a:extLst>
          </p:cNvPr>
          <p:cNvSpPr/>
          <p:nvPr/>
        </p:nvSpPr>
        <p:spPr>
          <a:xfrm>
            <a:off x="4937760" y="583387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6FA361"/>
                </a:solidFill>
              </a:rPr>
              <a:t>je &lt; 5 %</a:t>
            </a:r>
            <a:endParaRPr lang="en-US" sz="13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2F7F4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342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</a:rPr>
              <a:t>Lasttest – Moser (Detail)</a:t>
            </a:r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274320" y="1115568"/>
            <a:ext cx="8595360" cy="1188720"/>
          </a:xfrm>
          <a:prstGeom prst="roundRect">
            <a:avLst>
              <a:gd name="adj" fmla="val 6154"/>
            </a:avLst>
          </a:prstGeom>
          <a:solidFill>
            <a:srgbClr val="FEF3DC"/>
          </a:solidFill>
          <a:ln w="9525">
            <a:solidFill>
              <a:srgbClr val="D9B86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/>
          <p:nvPr/>
        </p:nvSpPr>
        <p:spPr>
          <a:xfrm>
            <a:off x="457200" y="120700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4342B"/>
                </a:solidFill>
              </a:rPr>
              <a:t>websocket-load.js  –  /api/state + WebSocket Echtzeit-Kanal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err="1">
                <a:solidFill>
                  <a:srgbClr val="14342B"/>
                </a:solidFill>
              </a:rPr>
              <a:t>Websocket</a:t>
            </a:r>
            <a:r>
              <a:rPr lang="en-US" sz="1250">
                <a:solidFill>
                  <a:srgbClr val="14342B"/>
                </a:solidFill>
              </a:rPr>
              <a:t> für Live-</a:t>
            </a:r>
            <a:r>
              <a:rPr lang="en-US" sz="1250" err="1">
                <a:solidFill>
                  <a:srgbClr val="14342B"/>
                </a:solidFill>
              </a:rPr>
              <a:t>Daten</a:t>
            </a:r>
            <a:r>
              <a:rPr lang="en-US" sz="1250">
                <a:solidFill>
                  <a:srgbClr val="14342B"/>
                </a:solidFill>
              </a:rPr>
              <a:t> in </a:t>
            </a:r>
            <a:r>
              <a:rPr lang="en-US" sz="1250" err="1">
                <a:solidFill>
                  <a:srgbClr val="14342B"/>
                </a:solidFill>
              </a:rPr>
              <a:t>evcc</a:t>
            </a:r>
            <a:r>
              <a:rPr lang="en-US" sz="1250">
                <a:solidFill>
                  <a:srgbClr val="14342B"/>
                </a:solidFill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err="1">
                <a:solidFill>
                  <a:srgbClr val="14342B"/>
                </a:solidFill>
              </a:rPr>
              <a:t>Jeder</a:t>
            </a:r>
            <a:r>
              <a:rPr lang="en-US" sz="1250">
                <a:solidFill>
                  <a:srgbClr val="14342B"/>
                </a:solidFill>
              </a:rPr>
              <a:t> Client </a:t>
            </a:r>
            <a:r>
              <a:rPr lang="en-US" sz="1250" err="1">
                <a:solidFill>
                  <a:srgbClr val="14342B"/>
                </a:solidFill>
              </a:rPr>
              <a:t>hält</a:t>
            </a:r>
            <a:r>
              <a:rPr lang="en-US" sz="1250">
                <a:solidFill>
                  <a:srgbClr val="14342B"/>
                </a:solidFill>
              </a:rPr>
              <a:t> </a:t>
            </a:r>
            <a:r>
              <a:rPr lang="en-US" sz="1250" err="1">
                <a:solidFill>
                  <a:srgbClr val="14342B"/>
                </a:solidFill>
              </a:rPr>
              <a:t>permanente</a:t>
            </a:r>
            <a:r>
              <a:rPr lang="en-US" sz="1250">
                <a:solidFill>
                  <a:srgbClr val="14342B"/>
                </a:solidFill>
              </a:rPr>
              <a:t> WebSocket-</a:t>
            </a:r>
            <a:r>
              <a:rPr lang="en-US" sz="1250" err="1">
                <a:solidFill>
                  <a:srgbClr val="14342B"/>
                </a:solidFill>
              </a:rPr>
              <a:t>Verbindung</a:t>
            </a:r>
            <a:r>
              <a:rPr lang="en-US" sz="1250">
                <a:solidFill>
                  <a:srgbClr val="14342B"/>
                </a:solidFill>
              </a:rPr>
              <a:t> </a:t>
            </a:r>
            <a:r>
              <a:rPr lang="en-US" sz="1250" err="1">
                <a:solidFill>
                  <a:srgbClr val="14342B"/>
                </a:solidFill>
              </a:rPr>
              <a:t>offen</a:t>
            </a:r>
            <a:r>
              <a:rPr lang="en-US" sz="1250">
                <a:solidFill>
                  <a:srgbClr val="14342B"/>
                </a:solidFill>
              </a:rPr>
              <a:t> (</a:t>
            </a:r>
            <a:r>
              <a:rPr lang="en-US" sz="1250" err="1">
                <a:solidFill>
                  <a:srgbClr val="14342B"/>
                </a:solidFill>
              </a:rPr>
              <a:t>Statusupdates</a:t>
            </a:r>
            <a:r>
              <a:rPr lang="en-US" sz="1250">
                <a:solidFill>
                  <a:srgbClr val="14342B"/>
                </a:solidFill>
              </a:rPr>
              <a:t> in </a:t>
            </a:r>
            <a:r>
              <a:rPr lang="en-US" sz="1250" err="1">
                <a:solidFill>
                  <a:srgbClr val="14342B"/>
                </a:solidFill>
              </a:rPr>
              <a:t>Echtzeit</a:t>
            </a:r>
            <a:r>
              <a:rPr lang="en-US" sz="1250">
                <a:solidFill>
                  <a:srgbClr val="14342B"/>
                </a:solidFill>
              </a:rPr>
              <a:t>)</a:t>
            </a:r>
            <a:endParaRPr lang="en-US" sz="1250"/>
          </a:p>
        </p:txBody>
      </p:sp>
      <p:sp>
        <p:nvSpPr>
          <p:cNvPr id="13" name="Shape 11"/>
          <p:cNvSpPr/>
          <p:nvPr/>
        </p:nvSpPr>
        <p:spPr>
          <a:xfrm>
            <a:off x="274320" y="4096512"/>
            <a:ext cx="4160520" cy="2194560"/>
          </a:xfrm>
          <a:prstGeom prst="roundRect">
            <a:avLst>
              <a:gd name="adj" fmla="val 3333"/>
            </a:avLst>
          </a:prstGeom>
          <a:solidFill>
            <a:srgbClr val="EBF5EF"/>
          </a:solidFill>
          <a:ln w="9525">
            <a:solidFill>
              <a:srgbClr val="6FA361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4" name="Text 12"/>
          <p:cNvSpPr/>
          <p:nvPr/>
        </p:nvSpPr>
        <p:spPr>
          <a:xfrm>
            <a:off x="457200" y="42062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4342B"/>
                </a:solidFill>
              </a:rPr>
              <a:t>Testszenario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457200" y="4645152"/>
            <a:ext cx="374904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14342B"/>
                </a:solidFill>
              </a:rPr>
              <a:t>k6 öffnet parallele HTTP + WebSocket-Verbindungen zu /api/state. Gemessen werden Verbindungsaufbauzeit und Stabilität der Nachrichten.</a:t>
            </a:r>
            <a:endParaRPr lang="en-US" sz="1200"/>
          </a:p>
          <a:p>
            <a:pPr marL="0" indent="0">
              <a:buNone/>
            </a:pP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4342B"/>
                </a:solidFill>
              </a:rPr>
              <a:t>Threshold: p95 &lt; 500 ms, Fehlerrate &lt; 1 %</a:t>
            </a:r>
            <a:endParaRPr lang="en-US" sz="120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BD1910A-1CE6-79A9-8055-818F1A95D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0874" y="2427364"/>
            <a:ext cx="4302252" cy="1546071"/>
          </a:xfrm>
          <a:prstGeom prst="rect">
            <a:avLst/>
          </a:prstGeom>
        </p:spPr>
      </p:pic>
      <p:sp>
        <p:nvSpPr>
          <p:cNvPr id="20" name="Shape 13">
            <a:extLst>
              <a:ext uri="{FF2B5EF4-FFF2-40B4-BE49-F238E27FC236}">
                <a16:creationId xmlns:a16="http://schemas.microsoft.com/office/drawing/2014/main" id="{5F19D725-4333-7CFA-82C6-D82F9980E449}"/>
              </a:ext>
            </a:extLst>
          </p:cNvPr>
          <p:cNvSpPr/>
          <p:nvPr/>
        </p:nvSpPr>
        <p:spPr>
          <a:xfrm>
            <a:off x="4709160" y="4096512"/>
            <a:ext cx="4160520" cy="2194560"/>
          </a:xfrm>
          <a:prstGeom prst="roundRect">
            <a:avLst>
              <a:gd name="adj" fmla="val 3333"/>
            </a:avLst>
          </a:prstGeom>
          <a:solidFill>
            <a:srgbClr val="FEF3DC"/>
          </a:solidFill>
          <a:ln w="9525">
            <a:solidFill>
              <a:srgbClr val="D9B86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C92B3B05-F34D-5CC6-4986-6FB493AD14A1}"/>
              </a:ext>
            </a:extLst>
          </p:cNvPr>
          <p:cNvSpPr/>
          <p:nvPr/>
        </p:nvSpPr>
        <p:spPr>
          <a:xfrm>
            <a:off x="4937760" y="41148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err="1">
                <a:solidFill>
                  <a:srgbClr val="14342B"/>
                </a:solidFill>
              </a:rPr>
              <a:t>Schwellenwerte</a:t>
            </a:r>
            <a:endParaRPr lang="en-US" sz="1400"/>
          </a:p>
        </p:txBody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48F1B91B-8586-F2C3-4CA4-CE548EC314DD}"/>
              </a:ext>
            </a:extLst>
          </p:cNvPr>
          <p:cNvSpPr/>
          <p:nvPr/>
        </p:nvSpPr>
        <p:spPr>
          <a:xfrm>
            <a:off x="4937760" y="459028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4342B"/>
                </a:solidFill>
              </a:rPr>
              <a:t>p95 &lt; 500 </a:t>
            </a:r>
            <a:r>
              <a:rPr lang="en-US" sz="1300" err="1">
                <a:solidFill>
                  <a:srgbClr val="14342B"/>
                </a:solidFill>
              </a:rPr>
              <a:t>ms</a:t>
            </a:r>
            <a:endParaRPr lang="en-US" sz="1300"/>
          </a:p>
        </p:txBody>
      </p:sp>
      <p:sp>
        <p:nvSpPr>
          <p:cNvPr id="26" name="Text 16">
            <a:extLst>
              <a:ext uri="{FF2B5EF4-FFF2-40B4-BE49-F238E27FC236}">
                <a16:creationId xmlns:a16="http://schemas.microsoft.com/office/drawing/2014/main" id="{14DC87AA-CFB9-37E2-FFB3-80C31804E1C4}"/>
              </a:ext>
            </a:extLst>
          </p:cNvPr>
          <p:cNvSpPr/>
          <p:nvPr/>
        </p:nvSpPr>
        <p:spPr>
          <a:xfrm>
            <a:off x="4937760" y="501091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6FA361"/>
                </a:solidFill>
              </a:rPr>
              <a:t>→  </a:t>
            </a:r>
            <a:r>
              <a:rPr lang="en-US" sz="1300" b="1" err="1">
                <a:solidFill>
                  <a:srgbClr val="6FA361"/>
                </a:solidFill>
              </a:rPr>
              <a:t>gemessener</a:t>
            </a:r>
            <a:r>
              <a:rPr lang="en-US" sz="1300" b="1">
                <a:solidFill>
                  <a:srgbClr val="6FA361"/>
                </a:solidFill>
              </a:rPr>
              <a:t> Wert: 57 </a:t>
            </a:r>
            <a:r>
              <a:rPr lang="en-US" sz="1300" b="1" err="1">
                <a:solidFill>
                  <a:srgbClr val="6FA361"/>
                </a:solidFill>
              </a:rPr>
              <a:t>ms</a:t>
            </a:r>
            <a:endParaRPr lang="en-US" sz="1300"/>
          </a:p>
        </p:txBody>
      </p:sp>
      <p:sp>
        <p:nvSpPr>
          <p:cNvPr id="28" name="Text 17">
            <a:extLst>
              <a:ext uri="{FF2B5EF4-FFF2-40B4-BE49-F238E27FC236}">
                <a16:creationId xmlns:a16="http://schemas.microsoft.com/office/drawing/2014/main" id="{1C815DB9-4602-ADEF-807A-2C1F1BB3CB2E}"/>
              </a:ext>
            </a:extLst>
          </p:cNvPr>
          <p:cNvSpPr/>
          <p:nvPr/>
        </p:nvSpPr>
        <p:spPr>
          <a:xfrm>
            <a:off x="4937760" y="54406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4342B"/>
                </a:solidFill>
              </a:rPr>
              <a:t>Fehlerrate &lt; 1 %</a:t>
            </a:r>
            <a:endParaRPr lang="en-US" sz="1300"/>
          </a:p>
        </p:txBody>
      </p:sp>
      <p:sp>
        <p:nvSpPr>
          <p:cNvPr id="30" name="Text 18">
            <a:extLst>
              <a:ext uri="{FF2B5EF4-FFF2-40B4-BE49-F238E27FC236}">
                <a16:creationId xmlns:a16="http://schemas.microsoft.com/office/drawing/2014/main" id="{3134F262-9DF5-70F6-4107-FC0AEFD21F66}"/>
              </a:ext>
            </a:extLst>
          </p:cNvPr>
          <p:cNvSpPr/>
          <p:nvPr/>
        </p:nvSpPr>
        <p:spPr>
          <a:xfrm>
            <a:off x="4937760" y="583387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6FA361"/>
                </a:solidFill>
              </a:rPr>
              <a:t>→  gemessener Wert: 0 %</a:t>
            </a:r>
            <a:endParaRPr lang="en-US"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15</Slides>
  <Notes>15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1</cp:revision>
  <dcterms:created xsi:type="dcterms:W3CDTF">2026-06-26T17:45:16Z</dcterms:created>
  <dcterms:modified xsi:type="dcterms:W3CDTF">2026-06-27T07:16:03Z</dcterms:modified>
</cp:coreProperties>
</file>